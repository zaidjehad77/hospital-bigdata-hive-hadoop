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7837F0-7B6C-C101-4A94-499433817FF2}" v="271" dt="2024-05-31T17:40:40.4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id Eltabatebi" userId="S::2110012@std.aum.edu.jo::c9948272-14aa-40e5-ae95-26a7b51156ea" providerId="AD" clId="Web-{587837F0-7B6C-C101-4A94-499433817FF2}"/>
    <pc:docChg chg="addSld modSld sldOrd addMainMaster delMainMaster">
      <pc:chgData name="Zaid Eltabatebi" userId="S::2110012@std.aum.edu.jo::c9948272-14aa-40e5-ae95-26a7b51156ea" providerId="AD" clId="Web-{587837F0-7B6C-C101-4A94-499433817FF2}" dt="2024-05-31T17:39:38.888" v="262"/>
      <pc:docMkLst>
        <pc:docMk/>
      </pc:docMkLst>
      <pc:sldChg chg="addSp delSp modSp mod setBg modClrScheme chgLayout">
        <pc:chgData name="Zaid Eltabatebi" userId="S::2110012@std.aum.edu.jo::c9948272-14aa-40e5-ae95-26a7b51156ea" providerId="AD" clId="Web-{587837F0-7B6C-C101-4A94-499433817FF2}" dt="2024-05-31T17:08:41.714" v="15"/>
        <pc:sldMkLst>
          <pc:docMk/>
          <pc:sldMk cId="109857222" sldId="256"/>
        </pc:sldMkLst>
        <pc:spChg chg="mod">
          <ac:chgData name="Zaid Eltabatebi" userId="S::2110012@std.aum.edu.jo::c9948272-14aa-40e5-ae95-26a7b51156ea" providerId="AD" clId="Web-{587837F0-7B6C-C101-4A94-499433817FF2}" dt="2024-05-31T17:08:41.714" v="15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Zaid Eltabatebi" userId="S::2110012@std.aum.edu.jo::c9948272-14aa-40e5-ae95-26a7b51156ea" providerId="AD" clId="Web-{587837F0-7B6C-C101-4A94-499433817FF2}" dt="2024-05-31T17:08:41.714" v="15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Zaid Eltabatebi" userId="S::2110012@std.aum.edu.jo::c9948272-14aa-40e5-ae95-26a7b51156ea" providerId="AD" clId="Web-{587837F0-7B6C-C101-4A94-499433817FF2}" dt="2024-05-31T17:08:32.964" v="12"/>
          <ac:spMkLst>
            <pc:docMk/>
            <pc:sldMk cId="109857222" sldId="256"/>
            <ac:spMk id="9" creationId="{26811A6C-040C-4C5A-8FF3-63EC6CC4015F}"/>
          </ac:spMkLst>
        </pc:spChg>
        <pc:spChg chg="add del">
          <ac:chgData name="Zaid Eltabatebi" userId="S::2110012@std.aum.edu.jo::c9948272-14aa-40e5-ae95-26a7b51156ea" providerId="AD" clId="Web-{587837F0-7B6C-C101-4A94-499433817FF2}" dt="2024-05-31T17:08:32.964" v="12"/>
          <ac:spMkLst>
            <pc:docMk/>
            <pc:sldMk cId="109857222" sldId="256"/>
            <ac:spMk id="11" creationId="{72EF3F9A-9717-4ACB-A30D-96694842C4F7}"/>
          </ac:spMkLst>
        </pc:spChg>
        <pc:spChg chg="add del">
          <ac:chgData name="Zaid Eltabatebi" userId="S::2110012@std.aum.edu.jo::c9948272-14aa-40e5-ae95-26a7b51156ea" providerId="AD" clId="Web-{587837F0-7B6C-C101-4A94-499433817FF2}" dt="2024-05-31T17:08:41.652" v="14"/>
          <ac:spMkLst>
            <pc:docMk/>
            <pc:sldMk cId="109857222" sldId="256"/>
            <ac:spMk id="13" creationId="{06DA9DF9-31F7-4056-B42E-878CC92417B8}"/>
          </ac:spMkLst>
        </pc:spChg>
        <pc:spChg chg="add">
          <ac:chgData name="Zaid Eltabatebi" userId="S::2110012@std.aum.edu.jo::c9948272-14aa-40e5-ae95-26a7b51156ea" providerId="AD" clId="Web-{587837F0-7B6C-C101-4A94-499433817FF2}" dt="2024-05-31T17:08:41.714" v="15"/>
          <ac:spMkLst>
            <pc:docMk/>
            <pc:sldMk cId="109857222" sldId="256"/>
            <ac:spMk id="16" creationId="{26811A6C-040C-4C5A-8FF3-63EC6CC4015F}"/>
          </ac:spMkLst>
        </pc:spChg>
        <pc:spChg chg="add">
          <ac:chgData name="Zaid Eltabatebi" userId="S::2110012@std.aum.edu.jo::c9948272-14aa-40e5-ae95-26a7b51156ea" providerId="AD" clId="Web-{587837F0-7B6C-C101-4A94-499433817FF2}" dt="2024-05-31T17:08:41.714" v="15"/>
          <ac:spMkLst>
            <pc:docMk/>
            <pc:sldMk cId="109857222" sldId="256"/>
            <ac:spMk id="17" creationId="{72EF3F9A-9717-4ACB-A30D-96694842C4F7}"/>
          </ac:spMkLst>
        </pc:spChg>
        <pc:picChg chg="add del">
          <ac:chgData name="Zaid Eltabatebi" userId="S::2110012@std.aum.edu.jo::c9948272-14aa-40e5-ae95-26a7b51156ea" providerId="AD" clId="Web-{587837F0-7B6C-C101-4A94-499433817FF2}" dt="2024-05-31T17:08:32.964" v="12"/>
          <ac:picMkLst>
            <pc:docMk/>
            <pc:sldMk cId="109857222" sldId="256"/>
            <ac:picMk id="4" creationId="{8838060F-EC51-5224-FB55-F8E98B6DF31F}"/>
          </ac:picMkLst>
        </pc:picChg>
        <pc:picChg chg="add del">
          <ac:chgData name="Zaid Eltabatebi" userId="S::2110012@std.aum.edu.jo::c9948272-14aa-40e5-ae95-26a7b51156ea" providerId="AD" clId="Web-{587837F0-7B6C-C101-4A94-499433817FF2}" dt="2024-05-31T17:08:41.652" v="14"/>
          <ac:picMkLst>
            <pc:docMk/>
            <pc:sldMk cId="109857222" sldId="256"/>
            <ac:picMk id="14" creationId="{C5B14C5D-91B5-801A-12DF-80476C60D836}"/>
          </ac:picMkLst>
        </pc:picChg>
        <pc:picChg chg="add">
          <ac:chgData name="Zaid Eltabatebi" userId="S::2110012@std.aum.edu.jo::c9948272-14aa-40e5-ae95-26a7b51156ea" providerId="AD" clId="Web-{587837F0-7B6C-C101-4A94-499433817FF2}" dt="2024-05-31T17:08:41.714" v="15"/>
          <ac:picMkLst>
            <pc:docMk/>
            <pc:sldMk cId="109857222" sldId="256"/>
            <ac:picMk id="18" creationId="{8838060F-EC51-5224-FB55-F8E98B6DF31F}"/>
          </ac:picMkLst>
        </pc:picChg>
      </pc:sldChg>
      <pc:sldChg chg="addSp modSp new mod setBg">
        <pc:chgData name="Zaid Eltabatebi" userId="S::2110012@std.aum.edu.jo::c9948272-14aa-40e5-ae95-26a7b51156ea" providerId="AD" clId="Web-{587837F0-7B6C-C101-4A94-499433817FF2}" dt="2024-05-31T17:12:03.626" v="27"/>
        <pc:sldMkLst>
          <pc:docMk/>
          <pc:sldMk cId="2606442834" sldId="257"/>
        </pc:sldMkLst>
        <pc:spChg chg="mod">
          <ac:chgData name="Zaid Eltabatebi" userId="S::2110012@std.aum.edu.jo::c9948272-14aa-40e5-ae95-26a7b51156ea" providerId="AD" clId="Web-{587837F0-7B6C-C101-4A94-499433817FF2}" dt="2024-05-31T17:12:03.626" v="27"/>
          <ac:spMkLst>
            <pc:docMk/>
            <pc:sldMk cId="2606442834" sldId="257"/>
            <ac:spMk id="2" creationId="{4FDB974E-B49B-E0E7-21FC-E4A1FA83A7EB}"/>
          </ac:spMkLst>
        </pc:spChg>
        <pc:spChg chg="mod">
          <ac:chgData name="Zaid Eltabatebi" userId="S::2110012@std.aum.edu.jo::c9948272-14aa-40e5-ae95-26a7b51156ea" providerId="AD" clId="Web-{587837F0-7B6C-C101-4A94-499433817FF2}" dt="2024-05-31T17:12:03.626" v="27"/>
          <ac:spMkLst>
            <pc:docMk/>
            <pc:sldMk cId="2606442834" sldId="257"/>
            <ac:spMk id="3" creationId="{F3C0254F-A5C1-D8A9-49FD-CF832D56F686}"/>
          </ac:spMkLst>
        </pc:spChg>
        <pc:spChg chg="add">
          <ac:chgData name="Zaid Eltabatebi" userId="S::2110012@std.aum.edu.jo::c9948272-14aa-40e5-ae95-26a7b51156ea" providerId="AD" clId="Web-{587837F0-7B6C-C101-4A94-499433817FF2}" dt="2024-05-31T17:12:03.626" v="27"/>
          <ac:spMkLst>
            <pc:docMk/>
            <pc:sldMk cId="2606442834" sldId="257"/>
            <ac:spMk id="10" creationId="{F7023783-1BA7-4B53-8EDC-B7F22732FCCC}"/>
          </ac:spMkLst>
        </pc:spChg>
        <pc:spChg chg="add">
          <ac:chgData name="Zaid Eltabatebi" userId="S::2110012@std.aum.edu.jo::c9948272-14aa-40e5-ae95-26a7b51156ea" providerId="AD" clId="Web-{587837F0-7B6C-C101-4A94-499433817FF2}" dt="2024-05-31T17:12:03.626" v="27"/>
          <ac:spMkLst>
            <pc:docMk/>
            <pc:sldMk cId="2606442834" sldId="257"/>
            <ac:spMk id="16" creationId="{0BEECA9E-C489-4B62-9103-5A6D60EA2D5A}"/>
          </ac:spMkLst>
        </pc:spChg>
        <pc:grpChg chg="add">
          <ac:chgData name="Zaid Eltabatebi" userId="S::2110012@std.aum.edu.jo::c9948272-14aa-40e5-ae95-26a7b51156ea" providerId="AD" clId="Web-{587837F0-7B6C-C101-4A94-499433817FF2}" dt="2024-05-31T17:12:03.626" v="27"/>
          <ac:grpSpMkLst>
            <pc:docMk/>
            <pc:sldMk cId="2606442834" sldId="257"/>
            <ac:grpSpMk id="12" creationId="{1B8B7D45-C71F-4FD6-BE9F-31CB24678177}"/>
          </ac:grpSpMkLst>
        </pc:grpChg>
        <pc:picChg chg="add">
          <ac:chgData name="Zaid Eltabatebi" userId="S::2110012@std.aum.edu.jo::c9948272-14aa-40e5-ae95-26a7b51156ea" providerId="AD" clId="Web-{587837F0-7B6C-C101-4A94-499433817FF2}" dt="2024-05-31T17:12:03.626" v="27"/>
          <ac:picMkLst>
            <pc:docMk/>
            <pc:sldMk cId="2606442834" sldId="257"/>
            <ac:picMk id="7" creationId="{2AF85864-0524-85A0-64F1-2AAAC5F471AC}"/>
          </ac:picMkLst>
        </pc:picChg>
      </pc:sldChg>
      <pc:sldChg chg="modSp new">
        <pc:chgData name="Zaid Eltabatebi" userId="S::2110012@std.aum.edu.jo::c9948272-14aa-40e5-ae95-26a7b51156ea" providerId="AD" clId="Web-{587837F0-7B6C-C101-4A94-499433817FF2}" dt="2024-05-31T17:14:00.206" v="46" actId="20577"/>
        <pc:sldMkLst>
          <pc:docMk/>
          <pc:sldMk cId="2212514884" sldId="258"/>
        </pc:sldMkLst>
        <pc:spChg chg="mod">
          <ac:chgData name="Zaid Eltabatebi" userId="S::2110012@std.aum.edu.jo::c9948272-14aa-40e5-ae95-26a7b51156ea" providerId="AD" clId="Web-{587837F0-7B6C-C101-4A94-499433817FF2}" dt="2024-05-31T17:12:18.923" v="31" actId="20577"/>
          <ac:spMkLst>
            <pc:docMk/>
            <pc:sldMk cId="2212514884" sldId="258"/>
            <ac:spMk id="2" creationId="{BBE303D4-B536-939B-1D29-751C8FE478FC}"/>
          </ac:spMkLst>
        </pc:spChg>
        <pc:spChg chg="mod">
          <ac:chgData name="Zaid Eltabatebi" userId="S::2110012@std.aum.edu.jo::c9948272-14aa-40e5-ae95-26a7b51156ea" providerId="AD" clId="Web-{587837F0-7B6C-C101-4A94-499433817FF2}" dt="2024-05-31T17:14:00.206" v="46" actId="20577"/>
          <ac:spMkLst>
            <pc:docMk/>
            <pc:sldMk cId="2212514884" sldId="258"/>
            <ac:spMk id="3" creationId="{022452E0-9A5D-4320-733F-17EFCB15D4E0}"/>
          </ac:spMkLst>
        </pc:spChg>
      </pc:sldChg>
      <pc:sldChg chg="addSp modSp new mod setBg">
        <pc:chgData name="Zaid Eltabatebi" userId="S::2110012@std.aum.edu.jo::c9948272-14aa-40e5-ae95-26a7b51156ea" providerId="AD" clId="Web-{587837F0-7B6C-C101-4A94-499433817FF2}" dt="2024-05-31T17:14:43.114" v="58" actId="20577"/>
        <pc:sldMkLst>
          <pc:docMk/>
          <pc:sldMk cId="3465955097" sldId="259"/>
        </pc:sldMkLst>
        <pc:spChg chg="mod">
          <ac:chgData name="Zaid Eltabatebi" userId="S::2110012@std.aum.edu.jo::c9948272-14aa-40e5-ae95-26a7b51156ea" providerId="AD" clId="Web-{587837F0-7B6C-C101-4A94-499433817FF2}" dt="2024-05-31T17:14:31.317" v="56"/>
          <ac:spMkLst>
            <pc:docMk/>
            <pc:sldMk cId="3465955097" sldId="259"/>
            <ac:spMk id="2" creationId="{6D376FB0-9FF9-D6A1-3113-B0178BAA2B50}"/>
          </ac:spMkLst>
        </pc:spChg>
        <pc:spChg chg="mod">
          <ac:chgData name="Zaid Eltabatebi" userId="S::2110012@std.aum.edu.jo::c9948272-14aa-40e5-ae95-26a7b51156ea" providerId="AD" clId="Web-{587837F0-7B6C-C101-4A94-499433817FF2}" dt="2024-05-31T17:14:43.114" v="58" actId="20577"/>
          <ac:spMkLst>
            <pc:docMk/>
            <pc:sldMk cId="3465955097" sldId="259"/>
            <ac:spMk id="3" creationId="{C4043761-11A4-98EC-6186-62B14D58D84B}"/>
          </ac:spMkLst>
        </pc:spChg>
        <pc:spChg chg="add">
          <ac:chgData name="Zaid Eltabatebi" userId="S::2110012@std.aum.edu.jo::c9948272-14aa-40e5-ae95-26a7b51156ea" providerId="AD" clId="Web-{587837F0-7B6C-C101-4A94-499433817FF2}" dt="2024-05-31T17:14:31.317" v="56"/>
          <ac:spMkLst>
            <pc:docMk/>
            <pc:sldMk cId="3465955097" sldId="259"/>
            <ac:spMk id="8" creationId="{4AF15C8E-093E-4823-A12A-001BAA62B969}"/>
          </ac:spMkLst>
        </pc:spChg>
        <pc:spChg chg="add">
          <ac:chgData name="Zaid Eltabatebi" userId="S::2110012@std.aum.edu.jo::c9948272-14aa-40e5-ae95-26a7b51156ea" providerId="AD" clId="Web-{587837F0-7B6C-C101-4A94-499433817FF2}" dt="2024-05-31T17:14:31.317" v="56"/>
          <ac:spMkLst>
            <pc:docMk/>
            <pc:sldMk cId="3465955097" sldId="259"/>
            <ac:spMk id="14" creationId="{8DC60494-71A0-4561-A012-BA2338D0DC05}"/>
          </ac:spMkLst>
        </pc:spChg>
        <pc:grpChg chg="add">
          <ac:chgData name="Zaid Eltabatebi" userId="S::2110012@std.aum.edu.jo::c9948272-14aa-40e5-ae95-26a7b51156ea" providerId="AD" clId="Web-{587837F0-7B6C-C101-4A94-499433817FF2}" dt="2024-05-31T17:14:31.317" v="56"/>
          <ac:grpSpMkLst>
            <pc:docMk/>
            <pc:sldMk cId="3465955097" sldId="259"/>
            <ac:grpSpMk id="10" creationId="{F7D22140-517F-4F77-9243-170EF137F290}"/>
          </ac:grpSpMkLst>
        </pc:grpChg>
      </pc:sldChg>
      <pc:sldChg chg="modSp new">
        <pc:chgData name="Zaid Eltabatebi" userId="S::2110012@std.aum.edu.jo::c9948272-14aa-40e5-ae95-26a7b51156ea" providerId="AD" clId="Web-{587837F0-7B6C-C101-4A94-499433817FF2}" dt="2024-05-31T17:15:42.209" v="70" actId="20577"/>
        <pc:sldMkLst>
          <pc:docMk/>
          <pc:sldMk cId="471926599" sldId="260"/>
        </pc:sldMkLst>
        <pc:spChg chg="mod">
          <ac:chgData name="Zaid Eltabatebi" userId="S::2110012@std.aum.edu.jo::c9948272-14aa-40e5-ae95-26a7b51156ea" providerId="AD" clId="Web-{587837F0-7B6C-C101-4A94-499433817FF2}" dt="2024-05-31T17:14:54.848" v="62" actId="20577"/>
          <ac:spMkLst>
            <pc:docMk/>
            <pc:sldMk cId="471926599" sldId="260"/>
            <ac:spMk id="2" creationId="{1CD2799F-B229-7AD4-2046-C3BE96255D95}"/>
          </ac:spMkLst>
        </pc:spChg>
        <pc:spChg chg="mod">
          <ac:chgData name="Zaid Eltabatebi" userId="S::2110012@std.aum.edu.jo::c9948272-14aa-40e5-ae95-26a7b51156ea" providerId="AD" clId="Web-{587837F0-7B6C-C101-4A94-499433817FF2}" dt="2024-05-31T17:15:42.209" v="70" actId="20577"/>
          <ac:spMkLst>
            <pc:docMk/>
            <pc:sldMk cId="471926599" sldId="260"/>
            <ac:spMk id="3" creationId="{CB67BA9A-216C-A7EC-D876-95077FA78BE8}"/>
          </ac:spMkLst>
        </pc:spChg>
      </pc:sldChg>
      <pc:sldChg chg="addSp delSp modSp new mod setBg">
        <pc:chgData name="Zaid Eltabatebi" userId="S::2110012@std.aum.edu.jo::c9948272-14aa-40e5-ae95-26a7b51156ea" providerId="AD" clId="Web-{587837F0-7B6C-C101-4A94-499433817FF2}" dt="2024-05-31T17:33:39.270" v="228"/>
        <pc:sldMkLst>
          <pc:docMk/>
          <pc:sldMk cId="3479098451" sldId="261"/>
        </pc:sldMkLst>
        <pc:spChg chg="mod">
          <ac:chgData name="Zaid Eltabatebi" userId="S::2110012@std.aum.edu.jo::c9948272-14aa-40e5-ae95-26a7b51156ea" providerId="AD" clId="Web-{587837F0-7B6C-C101-4A94-499433817FF2}" dt="2024-05-31T17:17:28.415" v="83"/>
          <ac:spMkLst>
            <pc:docMk/>
            <pc:sldMk cId="3479098451" sldId="261"/>
            <ac:spMk id="2" creationId="{1B909904-7021-8CD8-1FA1-22911E9A3C48}"/>
          </ac:spMkLst>
        </pc:spChg>
        <pc:spChg chg="mod">
          <ac:chgData name="Zaid Eltabatebi" userId="S::2110012@std.aum.edu.jo::c9948272-14aa-40e5-ae95-26a7b51156ea" providerId="AD" clId="Web-{587837F0-7B6C-C101-4A94-499433817FF2}" dt="2024-05-31T17:33:39.270" v="228"/>
          <ac:spMkLst>
            <pc:docMk/>
            <pc:sldMk cId="3479098451" sldId="261"/>
            <ac:spMk id="3" creationId="{D9CFB041-0C24-8F23-CFF4-B3B221904A55}"/>
          </ac:spMkLst>
        </pc:spChg>
        <pc:spChg chg="add del mod">
          <ac:chgData name="Zaid Eltabatebi" userId="S::2110012@std.aum.edu.jo::c9948272-14aa-40e5-ae95-26a7b51156ea" providerId="AD" clId="Web-{587837F0-7B6C-C101-4A94-499433817FF2}" dt="2024-05-31T17:32:37.878" v="220"/>
          <ac:spMkLst>
            <pc:docMk/>
            <pc:sldMk cId="3479098451" sldId="261"/>
            <ac:spMk id="6" creationId="{552AAFA4-C1AF-F15E-BA8F-73C92877735A}"/>
          </ac:spMkLst>
        </pc:spChg>
        <pc:spChg chg="add del">
          <ac:chgData name="Zaid Eltabatebi" userId="S::2110012@std.aum.edu.jo::c9948272-14aa-40e5-ae95-26a7b51156ea" providerId="AD" clId="Web-{587837F0-7B6C-C101-4A94-499433817FF2}" dt="2024-05-31T17:33:39.270" v="228"/>
          <ac:spMkLst>
            <pc:docMk/>
            <pc:sldMk cId="3479098451" sldId="261"/>
            <ac:spMk id="9" creationId="{F06B261F-632C-43DC-8DC7-7723B368270D}"/>
          </ac:spMkLst>
        </pc:spChg>
        <pc:spChg chg="add mod">
          <ac:chgData name="Zaid Eltabatebi" userId="S::2110012@std.aum.edu.jo::c9948272-14aa-40e5-ae95-26a7b51156ea" providerId="AD" clId="Web-{587837F0-7B6C-C101-4A94-499433817FF2}" dt="2024-05-31T17:33:39.270" v="228"/>
          <ac:spMkLst>
            <pc:docMk/>
            <pc:sldMk cId="3479098451" sldId="261"/>
            <ac:spMk id="10" creationId="{E5B0F39A-B5B0-52A8-C6D1-2FC31AA6F079}"/>
          </ac:spMkLst>
        </pc:spChg>
        <pc:spChg chg="add del">
          <ac:chgData name="Zaid Eltabatebi" userId="S::2110012@std.aum.edu.jo::c9948272-14aa-40e5-ae95-26a7b51156ea" providerId="AD" clId="Web-{587837F0-7B6C-C101-4A94-499433817FF2}" dt="2024-05-31T17:33:39.270" v="228"/>
          <ac:spMkLst>
            <pc:docMk/>
            <pc:sldMk cId="3479098451" sldId="261"/>
            <ac:spMk id="11" creationId="{4E524C7F-EE50-42C5-9434-7C78CE04445B}"/>
          </ac:spMkLst>
        </pc:spChg>
        <pc:spChg chg="add del">
          <ac:chgData name="Zaid Eltabatebi" userId="S::2110012@std.aum.edu.jo::c9948272-14aa-40e5-ae95-26a7b51156ea" providerId="AD" clId="Web-{587837F0-7B6C-C101-4A94-499433817FF2}" dt="2024-05-31T17:33:39.270" v="227"/>
          <ac:spMkLst>
            <pc:docMk/>
            <pc:sldMk cId="3479098451" sldId="261"/>
            <ac:spMk id="16" creationId="{F06B261F-632C-43DC-8DC7-7723B368270D}"/>
          </ac:spMkLst>
        </pc:spChg>
        <pc:spChg chg="add del">
          <ac:chgData name="Zaid Eltabatebi" userId="S::2110012@std.aum.edu.jo::c9948272-14aa-40e5-ae95-26a7b51156ea" providerId="AD" clId="Web-{587837F0-7B6C-C101-4A94-499433817FF2}" dt="2024-05-31T17:33:39.270" v="227"/>
          <ac:spMkLst>
            <pc:docMk/>
            <pc:sldMk cId="3479098451" sldId="261"/>
            <ac:spMk id="18" creationId="{4E524C7F-EE50-42C5-9434-7C78CE04445B}"/>
          </ac:spMkLst>
        </pc:spChg>
        <pc:spChg chg="add">
          <ac:chgData name="Zaid Eltabatebi" userId="S::2110012@std.aum.edu.jo::c9948272-14aa-40e5-ae95-26a7b51156ea" providerId="AD" clId="Web-{587837F0-7B6C-C101-4A94-499433817FF2}" dt="2024-05-31T17:33:39.270" v="228"/>
          <ac:spMkLst>
            <pc:docMk/>
            <pc:sldMk cId="3479098451" sldId="261"/>
            <ac:spMk id="20" creationId="{8DDAA74B-8E81-4F15-BC0F-4050965FF520}"/>
          </ac:spMkLst>
        </pc:spChg>
        <pc:spChg chg="add">
          <ac:chgData name="Zaid Eltabatebi" userId="S::2110012@std.aum.edu.jo::c9948272-14aa-40e5-ae95-26a7b51156ea" providerId="AD" clId="Web-{587837F0-7B6C-C101-4A94-499433817FF2}" dt="2024-05-31T17:33:39.270" v="228"/>
          <ac:spMkLst>
            <pc:docMk/>
            <pc:sldMk cId="3479098451" sldId="261"/>
            <ac:spMk id="21" creationId="{374CD4C6-F07B-411C-876A-727559731FF0}"/>
          </ac:spMkLst>
        </pc:spChg>
        <pc:picChg chg="add del mod">
          <ac:chgData name="Zaid Eltabatebi" userId="S::2110012@std.aum.edu.jo::c9948272-14aa-40e5-ae95-26a7b51156ea" providerId="AD" clId="Web-{587837F0-7B6C-C101-4A94-499433817FF2}" dt="2024-05-31T17:29:45.776" v="192"/>
          <ac:picMkLst>
            <pc:docMk/>
            <pc:sldMk cId="3479098451" sldId="261"/>
            <ac:picMk id="4" creationId="{861EA757-1F34-08DD-DC18-C09775A85ED5}"/>
          </ac:picMkLst>
        </pc:picChg>
        <pc:picChg chg="add del mod">
          <ac:chgData name="Zaid Eltabatebi" userId="S::2110012@std.aum.edu.jo::c9948272-14aa-40e5-ae95-26a7b51156ea" providerId="AD" clId="Web-{587837F0-7B6C-C101-4A94-499433817FF2}" dt="2024-05-31T17:32:37.878" v="221"/>
          <ac:picMkLst>
            <pc:docMk/>
            <pc:sldMk cId="3479098451" sldId="261"/>
            <ac:picMk id="5" creationId="{5238D7D4-D181-E1C6-4564-9659063ABB6F}"/>
          </ac:picMkLst>
        </pc:picChg>
        <pc:picChg chg="add mod">
          <ac:chgData name="Zaid Eltabatebi" userId="S::2110012@std.aum.edu.jo::c9948272-14aa-40e5-ae95-26a7b51156ea" providerId="AD" clId="Web-{587837F0-7B6C-C101-4A94-499433817FF2}" dt="2024-05-31T17:33:39.270" v="228"/>
          <ac:picMkLst>
            <pc:docMk/>
            <pc:sldMk cId="3479098451" sldId="261"/>
            <ac:picMk id="8" creationId="{62238943-9C9F-A597-F516-05E0FF1B3BEA}"/>
          </ac:picMkLst>
        </pc:picChg>
      </pc:sldChg>
      <pc:sldChg chg="addSp modSp new mod setBg">
        <pc:chgData name="Zaid Eltabatebi" userId="S::2110012@std.aum.edu.jo::c9948272-14aa-40e5-ae95-26a7b51156ea" providerId="AD" clId="Web-{587837F0-7B6C-C101-4A94-499433817FF2}" dt="2024-05-31T17:19:13.136" v="92"/>
        <pc:sldMkLst>
          <pc:docMk/>
          <pc:sldMk cId="2663603278" sldId="262"/>
        </pc:sldMkLst>
        <pc:spChg chg="mod">
          <ac:chgData name="Zaid Eltabatebi" userId="S::2110012@std.aum.edu.jo::c9948272-14aa-40e5-ae95-26a7b51156ea" providerId="AD" clId="Web-{587837F0-7B6C-C101-4A94-499433817FF2}" dt="2024-05-31T17:19:13.136" v="92"/>
          <ac:spMkLst>
            <pc:docMk/>
            <pc:sldMk cId="2663603278" sldId="262"/>
            <ac:spMk id="2" creationId="{AE505208-FF75-2F6A-5291-53109408074E}"/>
          </ac:spMkLst>
        </pc:spChg>
        <pc:spChg chg="mod">
          <ac:chgData name="Zaid Eltabatebi" userId="S::2110012@std.aum.edu.jo::c9948272-14aa-40e5-ae95-26a7b51156ea" providerId="AD" clId="Web-{587837F0-7B6C-C101-4A94-499433817FF2}" dt="2024-05-31T17:19:13.136" v="92"/>
          <ac:spMkLst>
            <pc:docMk/>
            <pc:sldMk cId="2663603278" sldId="262"/>
            <ac:spMk id="3" creationId="{65B80B4A-D359-0278-8E8C-0A34F6A5CE77}"/>
          </ac:spMkLst>
        </pc:spChg>
        <pc:spChg chg="add">
          <ac:chgData name="Zaid Eltabatebi" userId="S::2110012@std.aum.edu.jo::c9948272-14aa-40e5-ae95-26a7b51156ea" providerId="AD" clId="Web-{587837F0-7B6C-C101-4A94-499433817FF2}" dt="2024-05-31T17:19:13.136" v="92"/>
          <ac:spMkLst>
            <pc:docMk/>
            <pc:sldMk cId="2663603278" sldId="262"/>
            <ac:spMk id="9" creationId="{F06B261F-632C-43DC-8DC7-7723B368270D}"/>
          </ac:spMkLst>
        </pc:spChg>
        <pc:spChg chg="add">
          <ac:chgData name="Zaid Eltabatebi" userId="S::2110012@std.aum.edu.jo::c9948272-14aa-40e5-ae95-26a7b51156ea" providerId="AD" clId="Web-{587837F0-7B6C-C101-4A94-499433817FF2}" dt="2024-05-31T17:19:13.136" v="92"/>
          <ac:spMkLst>
            <pc:docMk/>
            <pc:sldMk cId="2663603278" sldId="262"/>
            <ac:spMk id="11" creationId="{4E524C7F-EE50-42C5-9434-7C78CE04445B}"/>
          </ac:spMkLst>
        </pc:spChg>
        <pc:picChg chg="add mod">
          <ac:chgData name="Zaid Eltabatebi" userId="S::2110012@std.aum.edu.jo::c9948272-14aa-40e5-ae95-26a7b51156ea" providerId="AD" clId="Web-{587837F0-7B6C-C101-4A94-499433817FF2}" dt="2024-05-31T17:19:13.136" v="92"/>
          <ac:picMkLst>
            <pc:docMk/>
            <pc:sldMk cId="2663603278" sldId="262"/>
            <ac:picMk id="4" creationId="{4B97B066-9AFA-449D-00E9-8E1DE58AC2F7}"/>
          </ac:picMkLst>
        </pc:picChg>
      </pc:sldChg>
      <pc:sldChg chg="addSp delSp modSp new mod setBg">
        <pc:chgData name="Zaid Eltabatebi" userId="S::2110012@std.aum.edu.jo::c9948272-14aa-40e5-ae95-26a7b51156ea" providerId="AD" clId="Web-{587837F0-7B6C-C101-4A94-499433817FF2}" dt="2024-05-31T17:34:57.553" v="236"/>
        <pc:sldMkLst>
          <pc:docMk/>
          <pc:sldMk cId="1237317615" sldId="263"/>
        </pc:sldMkLst>
        <pc:spChg chg="mod">
          <ac:chgData name="Zaid Eltabatebi" userId="S::2110012@std.aum.edu.jo::c9948272-14aa-40e5-ae95-26a7b51156ea" providerId="AD" clId="Web-{587837F0-7B6C-C101-4A94-499433817FF2}" dt="2024-05-31T17:34:57.553" v="236"/>
          <ac:spMkLst>
            <pc:docMk/>
            <pc:sldMk cId="1237317615" sldId="263"/>
            <ac:spMk id="2" creationId="{B9F2F73A-1F94-799A-4B82-DA68D9251BB1}"/>
          </ac:spMkLst>
        </pc:spChg>
        <pc:spChg chg="mod">
          <ac:chgData name="Zaid Eltabatebi" userId="S::2110012@std.aum.edu.jo::c9948272-14aa-40e5-ae95-26a7b51156ea" providerId="AD" clId="Web-{587837F0-7B6C-C101-4A94-499433817FF2}" dt="2024-05-31T17:34:21.927" v="231"/>
          <ac:spMkLst>
            <pc:docMk/>
            <pc:sldMk cId="1237317615" sldId="263"/>
            <ac:spMk id="3" creationId="{E23CD739-591D-694B-02A4-DCBCF8A00328}"/>
          </ac:spMkLst>
        </pc:spChg>
        <pc:spChg chg="add del">
          <ac:chgData name="Zaid Eltabatebi" userId="S::2110012@std.aum.edu.jo::c9948272-14aa-40e5-ae95-26a7b51156ea" providerId="AD" clId="Web-{587837F0-7B6C-C101-4A94-499433817FF2}" dt="2024-05-31T17:34:21.927" v="231"/>
          <ac:spMkLst>
            <pc:docMk/>
            <pc:sldMk cId="1237317615" sldId="263"/>
            <ac:spMk id="9" creationId="{55D03E60-6F40-4141-A981-B061EA33A302}"/>
          </ac:spMkLst>
        </pc:spChg>
        <pc:spChg chg="add del">
          <ac:chgData name="Zaid Eltabatebi" userId="S::2110012@std.aum.edu.jo::c9948272-14aa-40e5-ae95-26a7b51156ea" providerId="AD" clId="Web-{587837F0-7B6C-C101-4A94-499433817FF2}" dt="2024-05-31T17:34:21.927" v="231"/>
          <ac:spMkLst>
            <pc:docMk/>
            <pc:sldMk cId="1237317615" sldId="263"/>
            <ac:spMk id="11" creationId="{1E2EB7E5-B231-4A9C-A185-467EC1182F3F}"/>
          </ac:spMkLst>
        </pc:spChg>
        <pc:spChg chg="add del">
          <ac:chgData name="Zaid Eltabatebi" userId="S::2110012@std.aum.edu.jo::c9948272-14aa-40e5-ae95-26a7b51156ea" providerId="AD" clId="Web-{587837F0-7B6C-C101-4A94-499433817FF2}" dt="2024-05-31T17:34:57.553" v="236"/>
          <ac:spMkLst>
            <pc:docMk/>
            <pc:sldMk cId="1237317615" sldId="263"/>
            <ac:spMk id="20" creationId="{F06B261F-632C-43DC-8DC7-7723B368270D}"/>
          </ac:spMkLst>
        </pc:spChg>
        <pc:spChg chg="add del">
          <ac:chgData name="Zaid Eltabatebi" userId="S::2110012@std.aum.edu.jo::c9948272-14aa-40e5-ae95-26a7b51156ea" providerId="AD" clId="Web-{587837F0-7B6C-C101-4A94-499433817FF2}" dt="2024-05-31T17:34:57.553" v="236"/>
          <ac:spMkLst>
            <pc:docMk/>
            <pc:sldMk cId="1237317615" sldId="263"/>
            <ac:spMk id="22" creationId="{4E524C7F-EE50-42C5-9434-7C78CE04445B}"/>
          </ac:spMkLst>
        </pc:spChg>
        <pc:spChg chg="add">
          <ac:chgData name="Zaid Eltabatebi" userId="S::2110012@std.aum.edu.jo::c9948272-14aa-40e5-ae95-26a7b51156ea" providerId="AD" clId="Web-{587837F0-7B6C-C101-4A94-499433817FF2}" dt="2024-05-31T17:34:57.553" v="236"/>
          <ac:spMkLst>
            <pc:docMk/>
            <pc:sldMk cId="1237317615" sldId="263"/>
            <ac:spMk id="27" creationId="{F06B261F-632C-43DC-8DC7-7723B368270D}"/>
          </ac:spMkLst>
        </pc:spChg>
        <pc:spChg chg="add">
          <ac:chgData name="Zaid Eltabatebi" userId="S::2110012@std.aum.edu.jo::c9948272-14aa-40e5-ae95-26a7b51156ea" providerId="AD" clId="Web-{587837F0-7B6C-C101-4A94-499433817FF2}" dt="2024-05-31T17:34:57.553" v="236"/>
          <ac:spMkLst>
            <pc:docMk/>
            <pc:sldMk cId="1237317615" sldId="263"/>
            <ac:spMk id="29" creationId="{4E524C7F-EE50-42C5-9434-7C78CE04445B}"/>
          </ac:spMkLst>
        </pc:spChg>
        <pc:grpChg chg="add del">
          <ac:chgData name="Zaid Eltabatebi" userId="S::2110012@std.aum.edu.jo::c9948272-14aa-40e5-ae95-26a7b51156ea" providerId="AD" clId="Web-{587837F0-7B6C-C101-4A94-499433817FF2}" dt="2024-05-31T17:34:21.927" v="231"/>
          <ac:grpSpMkLst>
            <pc:docMk/>
            <pc:sldMk cId="1237317615" sldId="263"/>
            <ac:grpSpMk id="13" creationId="{EE118C08-8B55-40E3-9CEC-FBF3E7856DA3}"/>
          </ac:grpSpMkLst>
        </pc:grpChg>
        <pc:picChg chg="add del mod">
          <ac:chgData name="Zaid Eltabatebi" userId="S::2110012@std.aum.edu.jo::c9948272-14aa-40e5-ae95-26a7b51156ea" providerId="AD" clId="Web-{587837F0-7B6C-C101-4A94-499433817FF2}" dt="2024-05-31T17:34:02.786" v="229"/>
          <ac:picMkLst>
            <pc:docMk/>
            <pc:sldMk cId="1237317615" sldId="263"/>
            <ac:picMk id="4" creationId="{DBA8A94D-B48E-D7EC-C5BD-5C9F3A227F19}"/>
          </ac:picMkLst>
        </pc:picChg>
        <pc:picChg chg="add del mod">
          <ac:chgData name="Zaid Eltabatebi" userId="S::2110012@std.aum.edu.jo::c9948272-14aa-40e5-ae95-26a7b51156ea" providerId="AD" clId="Web-{587837F0-7B6C-C101-4A94-499433817FF2}" dt="2024-05-31T17:34:34.709" v="234"/>
          <ac:picMkLst>
            <pc:docMk/>
            <pc:sldMk cId="1237317615" sldId="263"/>
            <ac:picMk id="5" creationId="{C1FB80A7-B621-6909-87F8-E066C994F059}"/>
          </ac:picMkLst>
        </pc:picChg>
        <pc:picChg chg="add mod">
          <ac:chgData name="Zaid Eltabatebi" userId="S::2110012@std.aum.edu.jo::c9948272-14aa-40e5-ae95-26a7b51156ea" providerId="AD" clId="Web-{587837F0-7B6C-C101-4A94-499433817FF2}" dt="2024-05-31T17:34:57.553" v="236"/>
          <ac:picMkLst>
            <pc:docMk/>
            <pc:sldMk cId="1237317615" sldId="263"/>
            <ac:picMk id="6" creationId="{4ADD3220-4D9D-D7E7-6DEF-DD28EA74F445}"/>
          </ac:picMkLst>
        </pc:picChg>
      </pc:sldChg>
      <pc:sldChg chg="addSp delSp modSp new mod setBg">
        <pc:chgData name="Zaid Eltabatebi" userId="S::2110012@std.aum.edu.jo::c9948272-14aa-40e5-ae95-26a7b51156ea" providerId="AD" clId="Web-{587837F0-7B6C-C101-4A94-499433817FF2}" dt="2024-05-31T17:36:23.633" v="241"/>
        <pc:sldMkLst>
          <pc:docMk/>
          <pc:sldMk cId="3384095668" sldId="264"/>
        </pc:sldMkLst>
        <pc:spChg chg="mod">
          <ac:chgData name="Zaid Eltabatebi" userId="S::2110012@std.aum.edu.jo::c9948272-14aa-40e5-ae95-26a7b51156ea" providerId="AD" clId="Web-{587837F0-7B6C-C101-4A94-499433817FF2}" dt="2024-05-31T17:36:23.633" v="241"/>
          <ac:spMkLst>
            <pc:docMk/>
            <pc:sldMk cId="3384095668" sldId="264"/>
            <ac:spMk id="2" creationId="{C5567D3E-6C3E-65B0-0AE5-ECF803CB1895}"/>
          </ac:spMkLst>
        </pc:spChg>
        <pc:spChg chg="mod">
          <ac:chgData name="Zaid Eltabatebi" userId="S::2110012@std.aum.edu.jo::c9948272-14aa-40e5-ae95-26a7b51156ea" providerId="AD" clId="Web-{587837F0-7B6C-C101-4A94-499433817FF2}" dt="2024-05-31T17:36:23.633" v="241"/>
          <ac:spMkLst>
            <pc:docMk/>
            <pc:sldMk cId="3384095668" sldId="264"/>
            <ac:spMk id="3" creationId="{A041B7C8-75B5-2FFA-61D7-214BCE689254}"/>
          </ac:spMkLst>
        </pc:spChg>
        <pc:spChg chg="add del">
          <ac:chgData name="Zaid Eltabatebi" userId="S::2110012@std.aum.edu.jo::c9948272-14aa-40e5-ae95-26a7b51156ea" providerId="AD" clId="Web-{587837F0-7B6C-C101-4A94-499433817FF2}" dt="2024-05-31T17:36:23.633" v="241"/>
          <ac:spMkLst>
            <pc:docMk/>
            <pc:sldMk cId="3384095668" sldId="264"/>
            <ac:spMk id="9" creationId="{F06B261F-632C-43DC-8DC7-7723B368270D}"/>
          </ac:spMkLst>
        </pc:spChg>
        <pc:spChg chg="add del">
          <ac:chgData name="Zaid Eltabatebi" userId="S::2110012@std.aum.edu.jo::c9948272-14aa-40e5-ae95-26a7b51156ea" providerId="AD" clId="Web-{587837F0-7B6C-C101-4A94-499433817FF2}" dt="2024-05-31T17:36:23.633" v="241"/>
          <ac:spMkLst>
            <pc:docMk/>
            <pc:sldMk cId="3384095668" sldId="264"/>
            <ac:spMk id="11" creationId="{4E524C7F-EE50-42C5-9434-7C78CE04445B}"/>
          </ac:spMkLst>
        </pc:spChg>
        <pc:spChg chg="add">
          <ac:chgData name="Zaid Eltabatebi" userId="S::2110012@std.aum.edu.jo::c9948272-14aa-40e5-ae95-26a7b51156ea" providerId="AD" clId="Web-{587837F0-7B6C-C101-4A94-499433817FF2}" dt="2024-05-31T17:36:23.633" v="241"/>
          <ac:spMkLst>
            <pc:docMk/>
            <pc:sldMk cId="3384095668" sldId="264"/>
            <ac:spMk id="16" creationId="{6FF8DE50-7A65-4407-ADF1-2CD17A919CE0}"/>
          </ac:spMkLst>
        </pc:spChg>
        <pc:spChg chg="add">
          <ac:chgData name="Zaid Eltabatebi" userId="S::2110012@std.aum.edu.jo::c9948272-14aa-40e5-ae95-26a7b51156ea" providerId="AD" clId="Web-{587837F0-7B6C-C101-4A94-499433817FF2}" dt="2024-05-31T17:36:23.633" v="241"/>
          <ac:spMkLst>
            <pc:docMk/>
            <pc:sldMk cId="3384095668" sldId="264"/>
            <ac:spMk id="18" creationId="{4F5B6F84-73EF-47ED-850E-4308B2C0D1E3}"/>
          </ac:spMkLst>
        </pc:spChg>
        <pc:picChg chg="add del mod">
          <ac:chgData name="Zaid Eltabatebi" userId="S::2110012@std.aum.edu.jo::c9948272-14aa-40e5-ae95-26a7b51156ea" providerId="AD" clId="Web-{587837F0-7B6C-C101-4A94-499433817FF2}" dt="2024-05-31T17:35:42.757" v="239"/>
          <ac:picMkLst>
            <pc:docMk/>
            <pc:sldMk cId="3384095668" sldId="264"/>
            <ac:picMk id="4" creationId="{A2D2271A-8842-ACA1-125E-5700073B0424}"/>
          </ac:picMkLst>
        </pc:picChg>
        <pc:picChg chg="add mod">
          <ac:chgData name="Zaid Eltabatebi" userId="S::2110012@std.aum.edu.jo::c9948272-14aa-40e5-ae95-26a7b51156ea" providerId="AD" clId="Web-{587837F0-7B6C-C101-4A94-499433817FF2}" dt="2024-05-31T17:36:23.633" v="241"/>
          <ac:picMkLst>
            <pc:docMk/>
            <pc:sldMk cId="3384095668" sldId="264"/>
            <ac:picMk id="5" creationId="{F768E9AB-261E-CAE6-2CFB-30D032195189}"/>
          </ac:picMkLst>
        </pc:picChg>
      </pc:sldChg>
      <pc:sldChg chg="addSp delSp modSp new mod ord setBg">
        <pc:chgData name="Zaid Eltabatebi" userId="S::2110012@std.aum.edu.jo::c9948272-14aa-40e5-ae95-26a7b51156ea" providerId="AD" clId="Web-{587837F0-7B6C-C101-4A94-499433817FF2}" dt="2024-05-31T17:35:15.319" v="238"/>
        <pc:sldMkLst>
          <pc:docMk/>
          <pc:sldMk cId="3439885520" sldId="265"/>
        </pc:sldMkLst>
        <pc:spChg chg="mod">
          <ac:chgData name="Zaid Eltabatebi" userId="S::2110012@std.aum.edu.jo::c9948272-14aa-40e5-ae95-26a7b51156ea" providerId="AD" clId="Web-{587837F0-7B6C-C101-4A94-499433817FF2}" dt="2024-05-31T17:24:04.002" v="140"/>
          <ac:spMkLst>
            <pc:docMk/>
            <pc:sldMk cId="3439885520" sldId="265"/>
            <ac:spMk id="2" creationId="{1C4D8582-BAC5-6F87-ED0C-7525D93A9F4B}"/>
          </ac:spMkLst>
        </pc:spChg>
        <pc:spChg chg="mod">
          <ac:chgData name="Zaid Eltabatebi" userId="S::2110012@std.aum.edu.jo::c9948272-14aa-40e5-ae95-26a7b51156ea" providerId="AD" clId="Web-{587837F0-7B6C-C101-4A94-499433817FF2}" dt="2024-05-31T17:24:04.002" v="140"/>
          <ac:spMkLst>
            <pc:docMk/>
            <pc:sldMk cId="3439885520" sldId="265"/>
            <ac:spMk id="3" creationId="{1C7A7C9F-019E-053E-46EA-55A5CFBE1501}"/>
          </ac:spMkLst>
        </pc:spChg>
        <pc:spChg chg="add del">
          <ac:chgData name="Zaid Eltabatebi" userId="S::2110012@std.aum.edu.jo::c9948272-14aa-40e5-ae95-26a7b51156ea" providerId="AD" clId="Web-{587837F0-7B6C-C101-4A94-499433817FF2}" dt="2024-05-31T17:23:59.486" v="137"/>
          <ac:spMkLst>
            <pc:docMk/>
            <pc:sldMk cId="3439885520" sldId="265"/>
            <ac:spMk id="9" creationId="{F06B261F-632C-43DC-8DC7-7723B368270D}"/>
          </ac:spMkLst>
        </pc:spChg>
        <pc:spChg chg="add del">
          <ac:chgData name="Zaid Eltabatebi" userId="S::2110012@std.aum.edu.jo::c9948272-14aa-40e5-ae95-26a7b51156ea" providerId="AD" clId="Web-{587837F0-7B6C-C101-4A94-499433817FF2}" dt="2024-05-31T17:23:59.486" v="137"/>
          <ac:spMkLst>
            <pc:docMk/>
            <pc:sldMk cId="3439885520" sldId="265"/>
            <ac:spMk id="11" creationId="{4E524C7F-EE50-42C5-9434-7C78CE04445B}"/>
          </ac:spMkLst>
        </pc:spChg>
        <pc:spChg chg="add del">
          <ac:chgData name="Zaid Eltabatebi" userId="S::2110012@std.aum.edu.jo::c9948272-14aa-40e5-ae95-26a7b51156ea" providerId="AD" clId="Web-{587837F0-7B6C-C101-4A94-499433817FF2}" dt="2024-05-31T17:24:04.002" v="139"/>
          <ac:spMkLst>
            <pc:docMk/>
            <pc:sldMk cId="3439885520" sldId="265"/>
            <ac:spMk id="13" creationId="{6FF8DE50-7A65-4407-ADF1-2CD17A919CE0}"/>
          </ac:spMkLst>
        </pc:spChg>
        <pc:spChg chg="add del">
          <ac:chgData name="Zaid Eltabatebi" userId="S::2110012@std.aum.edu.jo::c9948272-14aa-40e5-ae95-26a7b51156ea" providerId="AD" clId="Web-{587837F0-7B6C-C101-4A94-499433817FF2}" dt="2024-05-31T17:24:04.002" v="139"/>
          <ac:spMkLst>
            <pc:docMk/>
            <pc:sldMk cId="3439885520" sldId="265"/>
            <ac:spMk id="14" creationId="{4F5B6F84-73EF-47ED-850E-4308B2C0D1E3}"/>
          </ac:spMkLst>
        </pc:spChg>
        <pc:spChg chg="add">
          <ac:chgData name="Zaid Eltabatebi" userId="S::2110012@std.aum.edu.jo::c9948272-14aa-40e5-ae95-26a7b51156ea" providerId="AD" clId="Web-{587837F0-7B6C-C101-4A94-499433817FF2}" dt="2024-05-31T17:24:04.002" v="140"/>
          <ac:spMkLst>
            <pc:docMk/>
            <pc:sldMk cId="3439885520" sldId="265"/>
            <ac:spMk id="16" creationId="{F06B261F-632C-43DC-8DC7-7723B368270D}"/>
          </ac:spMkLst>
        </pc:spChg>
        <pc:spChg chg="add">
          <ac:chgData name="Zaid Eltabatebi" userId="S::2110012@std.aum.edu.jo::c9948272-14aa-40e5-ae95-26a7b51156ea" providerId="AD" clId="Web-{587837F0-7B6C-C101-4A94-499433817FF2}" dt="2024-05-31T17:24:04.002" v="140"/>
          <ac:spMkLst>
            <pc:docMk/>
            <pc:sldMk cId="3439885520" sldId="265"/>
            <ac:spMk id="17" creationId="{4E524C7F-EE50-42C5-9434-7C78CE04445B}"/>
          </ac:spMkLst>
        </pc:spChg>
        <pc:picChg chg="add mod">
          <ac:chgData name="Zaid Eltabatebi" userId="S::2110012@std.aum.edu.jo::c9948272-14aa-40e5-ae95-26a7b51156ea" providerId="AD" clId="Web-{587837F0-7B6C-C101-4A94-499433817FF2}" dt="2024-05-31T17:24:04.002" v="140"/>
          <ac:picMkLst>
            <pc:docMk/>
            <pc:sldMk cId="3439885520" sldId="265"/>
            <ac:picMk id="4" creationId="{729AD610-8A9A-1E56-D461-9CEA655BE954}"/>
          </ac:picMkLst>
        </pc:picChg>
      </pc:sldChg>
      <pc:sldChg chg="addSp delSp modSp new mod setBg">
        <pc:chgData name="Zaid Eltabatebi" userId="S::2110012@std.aum.edu.jo::c9948272-14aa-40e5-ae95-26a7b51156ea" providerId="AD" clId="Web-{587837F0-7B6C-C101-4A94-499433817FF2}" dt="2024-05-31T17:25:15.051" v="149"/>
        <pc:sldMkLst>
          <pc:docMk/>
          <pc:sldMk cId="3561164585" sldId="266"/>
        </pc:sldMkLst>
        <pc:spChg chg="mod">
          <ac:chgData name="Zaid Eltabatebi" userId="S::2110012@std.aum.edu.jo::c9948272-14aa-40e5-ae95-26a7b51156ea" providerId="AD" clId="Web-{587837F0-7B6C-C101-4A94-499433817FF2}" dt="2024-05-31T17:25:01.754" v="146"/>
          <ac:spMkLst>
            <pc:docMk/>
            <pc:sldMk cId="3561164585" sldId="266"/>
            <ac:spMk id="2" creationId="{07AB7CF0-8456-3A97-2DA4-E6D70247BFAA}"/>
          </ac:spMkLst>
        </pc:spChg>
        <pc:spChg chg="del">
          <ac:chgData name="Zaid Eltabatebi" userId="S::2110012@std.aum.edu.jo::c9948272-14aa-40e5-ae95-26a7b51156ea" providerId="AD" clId="Web-{587837F0-7B6C-C101-4A94-499433817FF2}" dt="2024-05-31T17:24:58.050" v="145"/>
          <ac:spMkLst>
            <pc:docMk/>
            <pc:sldMk cId="3561164585" sldId="266"/>
            <ac:spMk id="3" creationId="{A692D226-389B-736E-921E-62C51F7FAC02}"/>
          </ac:spMkLst>
        </pc:spChg>
        <pc:spChg chg="add mod">
          <ac:chgData name="Zaid Eltabatebi" userId="S::2110012@std.aum.edu.jo::c9948272-14aa-40e5-ae95-26a7b51156ea" providerId="AD" clId="Web-{587837F0-7B6C-C101-4A94-499433817FF2}" dt="2024-05-31T17:25:15.051" v="149"/>
          <ac:spMkLst>
            <pc:docMk/>
            <pc:sldMk cId="3561164585" sldId="266"/>
            <ac:spMk id="8" creationId="{7F9E99C3-EEAA-8226-9C9E-5D4B7FD97EDE}"/>
          </ac:spMkLst>
        </pc:spChg>
        <pc:spChg chg="add del">
          <ac:chgData name="Zaid Eltabatebi" userId="S::2110012@std.aum.edu.jo::c9948272-14aa-40e5-ae95-26a7b51156ea" providerId="AD" clId="Web-{587837F0-7B6C-C101-4A94-499433817FF2}" dt="2024-05-31T17:25:15.051" v="149"/>
          <ac:spMkLst>
            <pc:docMk/>
            <pc:sldMk cId="3561164585" sldId="266"/>
            <ac:spMk id="11" creationId="{F06B261F-632C-43DC-8DC7-7723B368270D}"/>
          </ac:spMkLst>
        </pc:spChg>
        <pc:spChg chg="add del">
          <ac:chgData name="Zaid Eltabatebi" userId="S::2110012@std.aum.edu.jo::c9948272-14aa-40e5-ae95-26a7b51156ea" providerId="AD" clId="Web-{587837F0-7B6C-C101-4A94-499433817FF2}" dt="2024-05-31T17:25:15.051" v="149"/>
          <ac:spMkLst>
            <pc:docMk/>
            <pc:sldMk cId="3561164585" sldId="266"/>
            <ac:spMk id="13" creationId="{4E524C7F-EE50-42C5-9434-7C78CE04445B}"/>
          </ac:spMkLst>
        </pc:spChg>
        <pc:spChg chg="add">
          <ac:chgData name="Zaid Eltabatebi" userId="S::2110012@std.aum.edu.jo::c9948272-14aa-40e5-ae95-26a7b51156ea" providerId="AD" clId="Web-{587837F0-7B6C-C101-4A94-499433817FF2}" dt="2024-05-31T17:25:15.051" v="149"/>
          <ac:spMkLst>
            <pc:docMk/>
            <pc:sldMk cId="3561164585" sldId="266"/>
            <ac:spMk id="18" creationId="{F06B261F-632C-43DC-8DC7-7723B368270D}"/>
          </ac:spMkLst>
        </pc:spChg>
        <pc:spChg chg="add">
          <ac:chgData name="Zaid Eltabatebi" userId="S::2110012@std.aum.edu.jo::c9948272-14aa-40e5-ae95-26a7b51156ea" providerId="AD" clId="Web-{587837F0-7B6C-C101-4A94-499433817FF2}" dt="2024-05-31T17:25:15.051" v="149"/>
          <ac:spMkLst>
            <pc:docMk/>
            <pc:sldMk cId="3561164585" sldId="266"/>
            <ac:spMk id="20" creationId="{4E524C7F-EE50-42C5-9434-7C78CE04445B}"/>
          </ac:spMkLst>
        </pc:spChg>
        <pc:picChg chg="add mod ord">
          <ac:chgData name="Zaid Eltabatebi" userId="S::2110012@std.aum.edu.jo::c9948272-14aa-40e5-ae95-26a7b51156ea" providerId="AD" clId="Web-{587837F0-7B6C-C101-4A94-499433817FF2}" dt="2024-05-31T17:25:01.754" v="146"/>
          <ac:picMkLst>
            <pc:docMk/>
            <pc:sldMk cId="3561164585" sldId="266"/>
            <ac:picMk id="4" creationId="{088AF5FF-8904-EFE6-A5D0-98F51384DD7F}"/>
          </ac:picMkLst>
        </pc:picChg>
      </pc:sldChg>
      <pc:sldChg chg="addSp modSp new mod setBg">
        <pc:chgData name="Zaid Eltabatebi" userId="S::2110012@std.aum.edu.jo::c9948272-14aa-40e5-ae95-26a7b51156ea" providerId="AD" clId="Web-{587837F0-7B6C-C101-4A94-499433817FF2}" dt="2024-05-31T17:26:21.490" v="165"/>
        <pc:sldMkLst>
          <pc:docMk/>
          <pc:sldMk cId="1205935335" sldId="267"/>
        </pc:sldMkLst>
        <pc:spChg chg="mod">
          <ac:chgData name="Zaid Eltabatebi" userId="S::2110012@std.aum.edu.jo::c9948272-14aa-40e5-ae95-26a7b51156ea" providerId="AD" clId="Web-{587837F0-7B6C-C101-4A94-499433817FF2}" dt="2024-05-31T17:26:21.490" v="165"/>
          <ac:spMkLst>
            <pc:docMk/>
            <pc:sldMk cId="1205935335" sldId="267"/>
            <ac:spMk id="2" creationId="{4DE0AF98-E7C3-7EF0-6900-5AD5A8D0D77B}"/>
          </ac:spMkLst>
        </pc:spChg>
        <pc:spChg chg="mod">
          <ac:chgData name="Zaid Eltabatebi" userId="S::2110012@std.aum.edu.jo::c9948272-14aa-40e5-ae95-26a7b51156ea" providerId="AD" clId="Web-{587837F0-7B6C-C101-4A94-499433817FF2}" dt="2024-05-31T17:26:21.490" v="165"/>
          <ac:spMkLst>
            <pc:docMk/>
            <pc:sldMk cId="1205935335" sldId="267"/>
            <ac:spMk id="3" creationId="{01C25ED0-8186-67DB-690B-9A9A0DE40951}"/>
          </ac:spMkLst>
        </pc:spChg>
        <pc:spChg chg="add">
          <ac:chgData name="Zaid Eltabatebi" userId="S::2110012@std.aum.edu.jo::c9948272-14aa-40e5-ae95-26a7b51156ea" providerId="AD" clId="Web-{587837F0-7B6C-C101-4A94-499433817FF2}" dt="2024-05-31T17:26:21.490" v="165"/>
          <ac:spMkLst>
            <pc:docMk/>
            <pc:sldMk cId="1205935335" sldId="267"/>
            <ac:spMk id="9" creationId="{F06B261F-632C-43DC-8DC7-7723B368270D}"/>
          </ac:spMkLst>
        </pc:spChg>
        <pc:spChg chg="add">
          <ac:chgData name="Zaid Eltabatebi" userId="S::2110012@std.aum.edu.jo::c9948272-14aa-40e5-ae95-26a7b51156ea" providerId="AD" clId="Web-{587837F0-7B6C-C101-4A94-499433817FF2}" dt="2024-05-31T17:26:21.490" v="165"/>
          <ac:spMkLst>
            <pc:docMk/>
            <pc:sldMk cId="1205935335" sldId="267"/>
            <ac:spMk id="11" creationId="{4E524C7F-EE50-42C5-9434-7C78CE04445B}"/>
          </ac:spMkLst>
        </pc:spChg>
        <pc:picChg chg="add mod">
          <ac:chgData name="Zaid Eltabatebi" userId="S::2110012@std.aum.edu.jo::c9948272-14aa-40e5-ae95-26a7b51156ea" providerId="AD" clId="Web-{587837F0-7B6C-C101-4A94-499433817FF2}" dt="2024-05-31T17:26:21.490" v="165"/>
          <ac:picMkLst>
            <pc:docMk/>
            <pc:sldMk cId="1205935335" sldId="267"/>
            <ac:picMk id="4" creationId="{9831A536-3AD2-05A3-44AE-759BC9F7BBA6}"/>
          </ac:picMkLst>
        </pc:picChg>
      </pc:sldChg>
      <pc:sldChg chg="addSp delSp modSp new mod setBg">
        <pc:chgData name="Zaid Eltabatebi" userId="S::2110012@std.aum.edu.jo::c9948272-14aa-40e5-ae95-26a7b51156ea" providerId="AD" clId="Web-{587837F0-7B6C-C101-4A94-499433817FF2}" dt="2024-05-31T17:28:03.555" v="191"/>
        <pc:sldMkLst>
          <pc:docMk/>
          <pc:sldMk cId="133609929" sldId="268"/>
        </pc:sldMkLst>
        <pc:spChg chg="mod">
          <ac:chgData name="Zaid Eltabatebi" userId="S::2110012@std.aum.edu.jo::c9948272-14aa-40e5-ae95-26a7b51156ea" providerId="AD" clId="Web-{587837F0-7B6C-C101-4A94-499433817FF2}" dt="2024-05-31T17:27:53.539" v="188"/>
          <ac:spMkLst>
            <pc:docMk/>
            <pc:sldMk cId="133609929" sldId="268"/>
            <ac:spMk id="2" creationId="{270D17D2-2C0A-853A-3F42-1A2A9F106807}"/>
          </ac:spMkLst>
        </pc:spChg>
        <pc:spChg chg="mod">
          <ac:chgData name="Zaid Eltabatebi" userId="S::2110012@std.aum.edu.jo::c9948272-14aa-40e5-ae95-26a7b51156ea" providerId="AD" clId="Web-{587837F0-7B6C-C101-4A94-499433817FF2}" dt="2024-05-31T17:27:53.539" v="188"/>
          <ac:spMkLst>
            <pc:docMk/>
            <pc:sldMk cId="133609929" sldId="268"/>
            <ac:spMk id="3" creationId="{4836CE43-BBCE-4EDC-894F-E237D475CDEF}"/>
          </ac:spMkLst>
        </pc:spChg>
        <pc:spChg chg="add del mod">
          <ac:chgData name="Zaid Eltabatebi" userId="S::2110012@std.aum.edu.jo::c9948272-14aa-40e5-ae95-26a7b51156ea" providerId="AD" clId="Web-{587837F0-7B6C-C101-4A94-499433817FF2}" dt="2024-05-31T17:28:03.555" v="191"/>
          <ac:spMkLst>
            <pc:docMk/>
            <pc:sldMk cId="133609929" sldId="268"/>
            <ac:spMk id="5" creationId="{5BDD06D5-9747-03F9-C27A-D3ADA927D5A1}"/>
          </ac:spMkLst>
        </pc:spChg>
        <pc:spChg chg="add del">
          <ac:chgData name="Zaid Eltabatebi" userId="S::2110012@std.aum.edu.jo::c9948272-14aa-40e5-ae95-26a7b51156ea" providerId="AD" clId="Web-{587837F0-7B6C-C101-4A94-499433817FF2}" dt="2024-05-31T17:27:32.116" v="180"/>
          <ac:spMkLst>
            <pc:docMk/>
            <pc:sldMk cId="133609929" sldId="268"/>
            <ac:spMk id="8" creationId="{B9C07D3D-5CA3-4A1C-8AB8-A54493CF866A}"/>
          </ac:spMkLst>
        </pc:spChg>
        <pc:spChg chg="add del">
          <ac:chgData name="Zaid Eltabatebi" userId="S::2110012@std.aum.edu.jo::c9948272-14aa-40e5-ae95-26a7b51156ea" providerId="AD" clId="Web-{587837F0-7B6C-C101-4A94-499433817FF2}" dt="2024-05-31T17:27:32.116" v="180"/>
          <ac:spMkLst>
            <pc:docMk/>
            <pc:sldMk cId="133609929" sldId="268"/>
            <ac:spMk id="10" creationId="{C4806572-907D-4E7C-8770-C6652961E55D}"/>
          </ac:spMkLst>
        </pc:spChg>
        <pc:spChg chg="add del">
          <ac:chgData name="Zaid Eltabatebi" userId="S::2110012@std.aum.edu.jo::c9948272-14aa-40e5-ae95-26a7b51156ea" providerId="AD" clId="Web-{587837F0-7B6C-C101-4A94-499433817FF2}" dt="2024-05-31T17:27:53.539" v="188"/>
          <ac:spMkLst>
            <pc:docMk/>
            <pc:sldMk cId="133609929" sldId="268"/>
            <ac:spMk id="13" creationId="{34A1C09B-110D-42B2-9BA1-58941FC493D5}"/>
          </ac:spMkLst>
        </pc:spChg>
        <pc:spChg chg="add del">
          <ac:chgData name="Zaid Eltabatebi" userId="S::2110012@std.aum.edu.jo::c9948272-14aa-40e5-ae95-26a7b51156ea" providerId="AD" clId="Web-{587837F0-7B6C-C101-4A94-499433817FF2}" dt="2024-05-31T17:27:53.539" v="188"/>
          <ac:spMkLst>
            <pc:docMk/>
            <pc:sldMk cId="133609929" sldId="268"/>
            <ac:spMk id="14" creationId="{837364F4-14BC-4819-BE68-F40EFFA4CCFA}"/>
          </ac:spMkLst>
        </pc:spChg>
        <pc:spChg chg="add del">
          <ac:chgData name="Zaid Eltabatebi" userId="S::2110012@std.aum.edu.jo::c9948272-14aa-40e5-ae95-26a7b51156ea" providerId="AD" clId="Web-{587837F0-7B6C-C101-4A94-499433817FF2}" dt="2024-05-31T17:27:53.539" v="187"/>
          <ac:spMkLst>
            <pc:docMk/>
            <pc:sldMk cId="133609929" sldId="268"/>
            <ac:spMk id="20" creationId="{F06B261F-632C-43DC-8DC7-7723B368270D}"/>
          </ac:spMkLst>
        </pc:spChg>
        <pc:spChg chg="add del">
          <ac:chgData name="Zaid Eltabatebi" userId="S::2110012@std.aum.edu.jo::c9948272-14aa-40e5-ae95-26a7b51156ea" providerId="AD" clId="Web-{587837F0-7B6C-C101-4A94-499433817FF2}" dt="2024-05-31T17:27:53.539" v="187"/>
          <ac:spMkLst>
            <pc:docMk/>
            <pc:sldMk cId="133609929" sldId="268"/>
            <ac:spMk id="22" creationId="{4E524C7F-EE50-42C5-9434-7C78CE04445B}"/>
          </ac:spMkLst>
        </pc:spChg>
        <pc:spChg chg="add">
          <ac:chgData name="Zaid Eltabatebi" userId="S::2110012@std.aum.edu.jo::c9948272-14aa-40e5-ae95-26a7b51156ea" providerId="AD" clId="Web-{587837F0-7B6C-C101-4A94-499433817FF2}" dt="2024-05-31T17:27:53.539" v="188"/>
          <ac:spMkLst>
            <pc:docMk/>
            <pc:sldMk cId="133609929" sldId="268"/>
            <ac:spMk id="24" creationId="{6FF8DE50-7A65-4407-ADF1-2CD17A919CE0}"/>
          </ac:spMkLst>
        </pc:spChg>
        <pc:spChg chg="add">
          <ac:chgData name="Zaid Eltabatebi" userId="S::2110012@std.aum.edu.jo::c9948272-14aa-40e5-ae95-26a7b51156ea" providerId="AD" clId="Web-{587837F0-7B6C-C101-4A94-499433817FF2}" dt="2024-05-31T17:27:53.539" v="188"/>
          <ac:spMkLst>
            <pc:docMk/>
            <pc:sldMk cId="133609929" sldId="268"/>
            <ac:spMk id="25" creationId="{4F5B6F84-73EF-47ED-850E-4308B2C0D1E3}"/>
          </ac:spMkLst>
        </pc:spChg>
        <pc:grpChg chg="add del">
          <ac:chgData name="Zaid Eltabatebi" userId="S::2110012@std.aum.edu.jo::c9948272-14aa-40e5-ae95-26a7b51156ea" providerId="AD" clId="Web-{587837F0-7B6C-C101-4A94-499433817FF2}" dt="2024-05-31T17:27:53.539" v="188"/>
          <ac:grpSpMkLst>
            <pc:docMk/>
            <pc:sldMk cId="133609929" sldId="268"/>
            <ac:grpSpMk id="15" creationId="{A5D7AAEB-E1EB-4F64-AA1D-2DA58884C99C}"/>
          </ac:grpSpMkLst>
        </pc:grpChg>
        <pc:picChg chg="add mod">
          <ac:chgData name="Zaid Eltabatebi" userId="S::2110012@std.aum.edu.jo::c9948272-14aa-40e5-ae95-26a7b51156ea" providerId="AD" clId="Web-{587837F0-7B6C-C101-4A94-499433817FF2}" dt="2024-05-31T17:27:53.539" v="188"/>
          <ac:picMkLst>
            <pc:docMk/>
            <pc:sldMk cId="133609929" sldId="268"/>
            <ac:picMk id="4" creationId="{A0FCA2B1-476E-B9B9-C2C1-25616403783F}"/>
          </ac:picMkLst>
        </pc:picChg>
      </pc:sldChg>
      <pc:sldChg chg="addSp delSp modSp new mod setBg">
        <pc:chgData name="Zaid Eltabatebi" userId="S::2110012@std.aum.edu.jo::c9948272-14aa-40e5-ae95-26a7b51156ea" providerId="AD" clId="Web-{587837F0-7B6C-C101-4A94-499433817FF2}" dt="2024-05-31T17:39:38.888" v="262"/>
        <pc:sldMkLst>
          <pc:docMk/>
          <pc:sldMk cId="3518276468" sldId="269"/>
        </pc:sldMkLst>
        <pc:spChg chg="mod">
          <ac:chgData name="Zaid Eltabatebi" userId="S::2110012@std.aum.edu.jo::c9948272-14aa-40e5-ae95-26a7b51156ea" providerId="AD" clId="Web-{587837F0-7B6C-C101-4A94-499433817FF2}" dt="2024-05-31T17:39:38.888" v="262"/>
          <ac:spMkLst>
            <pc:docMk/>
            <pc:sldMk cId="3518276468" sldId="269"/>
            <ac:spMk id="2" creationId="{A91AF279-BD72-A6B8-0055-362CDECAE05B}"/>
          </ac:spMkLst>
        </pc:spChg>
        <pc:spChg chg="mod">
          <ac:chgData name="Zaid Eltabatebi" userId="S::2110012@std.aum.edu.jo::c9948272-14aa-40e5-ae95-26a7b51156ea" providerId="AD" clId="Web-{587837F0-7B6C-C101-4A94-499433817FF2}" dt="2024-05-31T17:39:38.888" v="262"/>
          <ac:spMkLst>
            <pc:docMk/>
            <pc:sldMk cId="3518276468" sldId="269"/>
            <ac:spMk id="3" creationId="{2E1C5CBF-3899-5D94-78BE-48FDDCD192F3}"/>
          </ac:spMkLst>
        </pc:spChg>
        <pc:spChg chg="add del">
          <ac:chgData name="Zaid Eltabatebi" userId="S::2110012@std.aum.edu.jo::c9948272-14aa-40e5-ae95-26a7b51156ea" providerId="AD" clId="Web-{587837F0-7B6C-C101-4A94-499433817FF2}" dt="2024-05-31T17:39:38.888" v="262"/>
          <ac:spMkLst>
            <pc:docMk/>
            <pc:sldMk cId="3518276468" sldId="269"/>
            <ac:spMk id="8" creationId="{7C88F30B-479A-4768-B308-CAC6774CD5CB}"/>
          </ac:spMkLst>
        </pc:spChg>
        <pc:spChg chg="add del">
          <ac:chgData name="Zaid Eltabatebi" userId="S::2110012@std.aum.edu.jo::c9948272-14aa-40e5-ae95-26a7b51156ea" providerId="AD" clId="Web-{587837F0-7B6C-C101-4A94-499433817FF2}" dt="2024-05-31T17:39:38.888" v="262"/>
          <ac:spMkLst>
            <pc:docMk/>
            <pc:sldMk cId="3518276468" sldId="269"/>
            <ac:spMk id="14" creationId="{C1C68A2A-6DF9-4985-9085-CCE6A607D11F}"/>
          </ac:spMkLst>
        </pc:spChg>
        <pc:spChg chg="add">
          <ac:chgData name="Zaid Eltabatebi" userId="S::2110012@std.aum.edu.jo::c9948272-14aa-40e5-ae95-26a7b51156ea" providerId="AD" clId="Web-{587837F0-7B6C-C101-4A94-499433817FF2}" dt="2024-05-31T17:39:38.888" v="262"/>
          <ac:spMkLst>
            <pc:docMk/>
            <pc:sldMk cId="3518276468" sldId="269"/>
            <ac:spMk id="19" creationId="{B9C07D3D-5CA3-4A1C-8AB8-A54493CF866A}"/>
          </ac:spMkLst>
        </pc:spChg>
        <pc:spChg chg="add">
          <ac:chgData name="Zaid Eltabatebi" userId="S::2110012@std.aum.edu.jo::c9948272-14aa-40e5-ae95-26a7b51156ea" providerId="AD" clId="Web-{587837F0-7B6C-C101-4A94-499433817FF2}" dt="2024-05-31T17:39:38.888" v="262"/>
          <ac:spMkLst>
            <pc:docMk/>
            <pc:sldMk cId="3518276468" sldId="269"/>
            <ac:spMk id="21" creationId="{C4806572-907D-4E7C-8770-C6652961E55D}"/>
          </ac:spMkLst>
        </pc:spChg>
        <pc:grpChg chg="add del">
          <ac:chgData name="Zaid Eltabatebi" userId="S::2110012@std.aum.edu.jo::c9948272-14aa-40e5-ae95-26a7b51156ea" providerId="AD" clId="Web-{587837F0-7B6C-C101-4A94-499433817FF2}" dt="2024-05-31T17:39:38.888" v="262"/>
          <ac:grpSpMkLst>
            <pc:docMk/>
            <pc:sldMk cId="3518276468" sldId="269"/>
            <ac:grpSpMk id="10" creationId="{528E478F-CE28-45D0-B1D0-10206C54DFFE}"/>
          </ac:grpSpMkLst>
        </pc:grpChg>
      </pc:sldChg>
      <pc:sldMasterChg chg="add del addSldLayout delSldLayout">
        <pc:chgData name="Zaid Eltabatebi" userId="S::2110012@std.aum.edu.jo::c9948272-14aa-40e5-ae95-26a7b51156ea" providerId="AD" clId="Web-{587837F0-7B6C-C101-4A94-499433817FF2}" dt="2024-05-31T17:08:41.714" v="15"/>
        <pc:sldMasterMkLst>
          <pc:docMk/>
          <pc:sldMasterMk cId="2460954070" sldId="2147483660"/>
        </pc:sldMasterMkLst>
        <pc:sldLayoutChg chg="add del">
          <pc:chgData name="Zaid Eltabatebi" userId="S::2110012@std.aum.edu.jo::c9948272-14aa-40e5-ae95-26a7b51156ea" providerId="AD" clId="Web-{587837F0-7B6C-C101-4A94-499433817FF2}" dt="2024-05-31T17:08:41.714" v="15"/>
          <pc:sldLayoutMkLst>
            <pc:docMk/>
            <pc:sldMasterMk cId="2460954070" sldId="2147483660"/>
            <pc:sldLayoutMk cId="2385387890" sldId="2147483661"/>
          </pc:sldLayoutMkLst>
        </pc:sldLayoutChg>
        <pc:sldLayoutChg chg="add del">
          <pc:chgData name="Zaid Eltabatebi" userId="S::2110012@std.aum.edu.jo::c9948272-14aa-40e5-ae95-26a7b51156ea" providerId="AD" clId="Web-{587837F0-7B6C-C101-4A94-499433817FF2}" dt="2024-05-31T17:08:41.714" v="15"/>
          <pc:sldLayoutMkLst>
            <pc:docMk/>
            <pc:sldMasterMk cId="2460954070" sldId="2147483660"/>
            <pc:sldLayoutMk cId="949138452" sldId="2147483662"/>
          </pc:sldLayoutMkLst>
        </pc:sldLayoutChg>
        <pc:sldLayoutChg chg="add del">
          <pc:chgData name="Zaid Eltabatebi" userId="S::2110012@std.aum.edu.jo::c9948272-14aa-40e5-ae95-26a7b51156ea" providerId="AD" clId="Web-{587837F0-7B6C-C101-4A94-499433817FF2}" dt="2024-05-31T17:08:41.714" v="15"/>
          <pc:sldLayoutMkLst>
            <pc:docMk/>
            <pc:sldMasterMk cId="2460954070" sldId="2147483660"/>
            <pc:sldLayoutMk cId="2591524520" sldId="2147483663"/>
          </pc:sldLayoutMkLst>
        </pc:sldLayoutChg>
        <pc:sldLayoutChg chg="add del">
          <pc:chgData name="Zaid Eltabatebi" userId="S::2110012@std.aum.edu.jo::c9948272-14aa-40e5-ae95-26a7b51156ea" providerId="AD" clId="Web-{587837F0-7B6C-C101-4A94-499433817FF2}" dt="2024-05-31T17:08:41.714" v="15"/>
          <pc:sldLayoutMkLst>
            <pc:docMk/>
            <pc:sldMasterMk cId="2460954070" sldId="2147483660"/>
            <pc:sldLayoutMk cId="1203092039" sldId="2147483664"/>
          </pc:sldLayoutMkLst>
        </pc:sldLayoutChg>
        <pc:sldLayoutChg chg="add del">
          <pc:chgData name="Zaid Eltabatebi" userId="S::2110012@std.aum.edu.jo::c9948272-14aa-40e5-ae95-26a7b51156ea" providerId="AD" clId="Web-{587837F0-7B6C-C101-4A94-499433817FF2}" dt="2024-05-31T17:08:41.714" v="15"/>
          <pc:sldLayoutMkLst>
            <pc:docMk/>
            <pc:sldMasterMk cId="2460954070" sldId="2147483660"/>
            <pc:sldLayoutMk cId="3733172339" sldId="2147483665"/>
          </pc:sldLayoutMkLst>
        </pc:sldLayoutChg>
        <pc:sldLayoutChg chg="add del">
          <pc:chgData name="Zaid Eltabatebi" userId="S::2110012@std.aum.edu.jo::c9948272-14aa-40e5-ae95-26a7b51156ea" providerId="AD" clId="Web-{587837F0-7B6C-C101-4A94-499433817FF2}" dt="2024-05-31T17:08:41.714" v="15"/>
          <pc:sldLayoutMkLst>
            <pc:docMk/>
            <pc:sldMasterMk cId="2460954070" sldId="2147483660"/>
            <pc:sldLayoutMk cId="3210312558" sldId="2147483666"/>
          </pc:sldLayoutMkLst>
        </pc:sldLayoutChg>
        <pc:sldLayoutChg chg="add del">
          <pc:chgData name="Zaid Eltabatebi" userId="S::2110012@std.aum.edu.jo::c9948272-14aa-40e5-ae95-26a7b51156ea" providerId="AD" clId="Web-{587837F0-7B6C-C101-4A94-499433817FF2}" dt="2024-05-31T17:08:41.714" v="15"/>
          <pc:sldLayoutMkLst>
            <pc:docMk/>
            <pc:sldMasterMk cId="2460954070" sldId="2147483660"/>
            <pc:sldLayoutMk cId="3146388984" sldId="2147483667"/>
          </pc:sldLayoutMkLst>
        </pc:sldLayoutChg>
        <pc:sldLayoutChg chg="add del">
          <pc:chgData name="Zaid Eltabatebi" userId="S::2110012@std.aum.edu.jo::c9948272-14aa-40e5-ae95-26a7b51156ea" providerId="AD" clId="Web-{587837F0-7B6C-C101-4A94-499433817FF2}" dt="2024-05-31T17:08:41.714" v="15"/>
          <pc:sldLayoutMkLst>
            <pc:docMk/>
            <pc:sldMasterMk cId="2460954070" sldId="2147483660"/>
            <pc:sldLayoutMk cId="3171841454" sldId="2147483668"/>
          </pc:sldLayoutMkLst>
        </pc:sldLayoutChg>
        <pc:sldLayoutChg chg="add del">
          <pc:chgData name="Zaid Eltabatebi" userId="S::2110012@std.aum.edu.jo::c9948272-14aa-40e5-ae95-26a7b51156ea" providerId="AD" clId="Web-{587837F0-7B6C-C101-4A94-499433817FF2}" dt="2024-05-31T17:08:41.714" v="15"/>
          <pc:sldLayoutMkLst>
            <pc:docMk/>
            <pc:sldMasterMk cId="2460954070" sldId="2147483660"/>
            <pc:sldLayoutMk cId="1718958274" sldId="2147483669"/>
          </pc:sldLayoutMkLst>
        </pc:sldLayoutChg>
        <pc:sldLayoutChg chg="add del">
          <pc:chgData name="Zaid Eltabatebi" userId="S::2110012@std.aum.edu.jo::c9948272-14aa-40e5-ae95-26a7b51156ea" providerId="AD" clId="Web-{587837F0-7B6C-C101-4A94-499433817FF2}" dt="2024-05-31T17:08:41.714" v="15"/>
          <pc:sldLayoutMkLst>
            <pc:docMk/>
            <pc:sldMasterMk cId="2460954070" sldId="2147483660"/>
            <pc:sldLayoutMk cId="2202905451" sldId="2147483670"/>
          </pc:sldLayoutMkLst>
        </pc:sldLayoutChg>
        <pc:sldLayoutChg chg="add del">
          <pc:chgData name="Zaid Eltabatebi" userId="S::2110012@std.aum.edu.jo::c9948272-14aa-40e5-ae95-26a7b51156ea" providerId="AD" clId="Web-{587837F0-7B6C-C101-4A94-499433817FF2}" dt="2024-05-31T17:08:41.714" v="15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">
        <pc:chgData name="Zaid Eltabatebi" userId="S::2110012@std.aum.edu.jo::c9948272-14aa-40e5-ae95-26a7b51156ea" providerId="AD" clId="Web-{587837F0-7B6C-C101-4A94-499433817FF2}" dt="2024-05-31T17:08:41.652" v="14"/>
        <pc:sldMasterMkLst>
          <pc:docMk/>
          <pc:sldMasterMk cId="947970436" sldId="2147483711"/>
        </pc:sldMasterMkLst>
        <pc:sldLayoutChg chg="add del">
          <pc:chgData name="Zaid Eltabatebi" userId="S::2110012@std.aum.edu.jo::c9948272-14aa-40e5-ae95-26a7b51156ea" providerId="AD" clId="Web-{587837F0-7B6C-C101-4A94-499433817FF2}" dt="2024-05-31T17:08:41.652" v="14"/>
          <pc:sldLayoutMkLst>
            <pc:docMk/>
            <pc:sldMasterMk cId="947970436" sldId="2147483711"/>
            <pc:sldLayoutMk cId="2260478170" sldId="2147483700"/>
          </pc:sldLayoutMkLst>
        </pc:sldLayoutChg>
        <pc:sldLayoutChg chg="add del">
          <pc:chgData name="Zaid Eltabatebi" userId="S::2110012@std.aum.edu.jo::c9948272-14aa-40e5-ae95-26a7b51156ea" providerId="AD" clId="Web-{587837F0-7B6C-C101-4A94-499433817FF2}" dt="2024-05-31T17:08:41.652" v="14"/>
          <pc:sldLayoutMkLst>
            <pc:docMk/>
            <pc:sldMasterMk cId="947970436" sldId="2147483711"/>
            <pc:sldLayoutMk cId="2886701482" sldId="2147483701"/>
          </pc:sldLayoutMkLst>
        </pc:sldLayoutChg>
        <pc:sldLayoutChg chg="add del">
          <pc:chgData name="Zaid Eltabatebi" userId="S::2110012@std.aum.edu.jo::c9948272-14aa-40e5-ae95-26a7b51156ea" providerId="AD" clId="Web-{587837F0-7B6C-C101-4A94-499433817FF2}" dt="2024-05-31T17:08:41.652" v="14"/>
          <pc:sldLayoutMkLst>
            <pc:docMk/>
            <pc:sldMasterMk cId="947970436" sldId="2147483711"/>
            <pc:sldLayoutMk cId="2942791297" sldId="2147483702"/>
          </pc:sldLayoutMkLst>
        </pc:sldLayoutChg>
        <pc:sldLayoutChg chg="add del">
          <pc:chgData name="Zaid Eltabatebi" userId="S::2110012@std.aum.edu.jo::c9948272-14aa-40e5-ae95-26a7b51156ea" providerId="AD" clId="Web-{587837F0-7B6C-C101-4A94-499433817FF2}" dt="2024-05-31T17:08:41.652" v="14"/>
          <pc:sldLayoutMkLst>
            <pc:docMk/>
            <pc:sldMasterMk cId="947970436" sldId="2147483711"/>
            <pc:sldLayoutMk cId="304286354" sldId="2147483703"/>
          </pc:sldLayoutMkLst>
        </pc:sldLayoutChg>
        <pc:sldLayoutChg chg="add del">
          <pc:chgData name="Zaid Eltabatebi" userId="S::2110012@std.aum.edu.jo::c9948272-14aa-40e5-ae95-26a7b51156ea" providerId="AD" clId="Web-{587837F0-7B6C-C101-4A94-499433817FF2}" dt="2024-05-31T17:08:41.652" v="14"/>
          <pc:sldLayoutMkLst>
            <pc:docMk/>
            <pc:sldMasterMk cId="947970436" sldId="2147483711"/>
            <pc:sldLayoutMk cId="2089649909" sldId="2147483704"/>
          </pc:sldLayoutMkLst>
        </pc:sldLayoutChg>
        <pc:sldLayoutChg chg="add del">
          <pc:chgData name="Zaid Eltabatebi" userId="S::2110012@std.aum.edu.jo::c9948272-14aa-40e5-ae95-26a7b51156ea" providerId="AD" clId="Web-{587837F0-7B6C-C101-4A94-499433817FF2}" dt="2024-05-31T17:08:41.652" v="14"/>
          <pc:sldLayoutMkLst>
            <pc:docMk/>
            <pc:sldMasterMk cId="947970436" sldId="2147483711"/>
            <pc:sldLayoutMk cId="3785664575" sldId="2147483705"/>
          </pc:sldLayoutMkLst>
        </pc:sldLayoutChg>
        <pc:sldLayoutChg chg="add del">
          <pc:chgData name="Zaid Eltabatebi" userId="S::2110012@std.aum.edu.jo::c9948272-14aa-40e5-ae95-26a7b51156ea" providerId="AD" clId="Web-{587837F0-7B6C-C101-4A94-499433817FF2}" dt="2024-05-31T17:08:41.652" v="14"/>
          <pc:sldLayoutMkLst>
            <pc:docMk/>
            <pc:sldMasterMk cId="947970436" sldId="2147483711"/>
            <pc:sldLayoutMk cId="231691981" sldId="2147483706"/>
          </pc:sldLayoutMkLst>
        </pc:sldLayoutChg>
        <pc:sldLayoutChg chg="add del">
          <pc:chgData name="Zaid Eltabatebi" userId="S::2110012@std.aum.edu.jo::c9948272-14aa-40e5-ae95-26a7b51156ea" providerId="AD" clId="Web-{587837F0-7B6C-C101-4A94-499433817FF2}" dt="2024-05-31T17:08:41.652" v="14"/>
          <pc:sldLayoutMkLst>
            <pc:docMk/>
            <pc:sldMasterMk cId="947970436" sldId="2147483711"/>
            <pc:sldLayoutMk cId="3451059562" sldId="2147483707"/>
          </pc:sldLayoutMkLst>
        </pc:sldLayoutChg>
        <pc:sldLayoutChg chg="add del">
          <pc:chgData name="Zaid Eltabatebi" userId="S::2110012@std.aum.edu.jo::c9948272-14aa-40e5-ae95-26a7b51156ea" providerId="AD" clId="Web-{587837F0-7B6C-C101-4A94-499433817FF2}" dt="2024-05-31T17:08:41.652" v="14"/>
          <pc:sldLayoutMkLst>
            <pc:docMk/>
            <pc:sldMasterMk cId="947970436" sldId="2147483711"/>
            <pc:sldLayoutMk cId="2931156186" sldId="2147483708"/>
          </pc:sldLayoutMkLst>
        </pc:sldLayoutChg>
        <pc:sldLayoutChg chg="add del">
          <pc:chgData name="Zaid Eltabatebi" userId="S::2110012@std.aum.edu.jo::c9948272-14aa-40e5-ae95-26a7b51156ea" providerId="AD" clId="Web-{587837F0-7B6C-C101-4A94-499433817FF2}" dt="2024-05-31T17:08:41.652" v="14"/>
          <pc:sldLayoutMkLst>
            <pc:docMk/>
            <pc:sldMasterMk cId="947970436" sldId="2147483711"/>
            <pc:sldLayoutMk cId="4261676767" sldId="2147483709"/>
          </pc:sldLayoutMkLst>
        </pc:sldLayoutChg>
        <pc:sldLayoutChg chg="add del">
          <pc:chgData name="Zaid Eltabatebi" userId="S::2110012@std.aum.edu.jo::c9948272-14aa-40e5-ae95-26a7b51156ea" providerId="AD" clId="Web-{587837F0-7B6C-C101-4A94-499433817FF2}" dt="2024-05-31T17:08:41.652" v="14"/>
          <pc:sldLayoutMkLst>
            <pc:docMk/>
            <pc:sldMasterMk cId="947970436" sldId="2147483711"/>
            <pc:sldLayoutMk cId="216210576" sldId="2147483710"/>
          </pc:sldLayoutMkLst>
        </pc:sldLayoutChg>
      </pc:sldMasterChg>
      <pc:sldMasterChg chg="add del addSldLayout delSldLayout">
        <pc:chgData name="Zaid Eltabatebi" userId="S::2110012@std.aum.edu.jo::c9948272-14aa-40e5-ae95-26a7b51156ea" providerId="AD" clId="Web-{587837F0-7B6C-C101-4A94-499433817FF2}" dt="2024-05-31T17:08:41.714" v="15"/>
        <pc:sldMasterMkLst>
          <pc:docMk/>
          <pc:sldMasterMk cId="3791989500" sldId="2147483764"/>
        </pc:sldMasterMkLst>
        <pc:sldLayoutChg chg="add del">
          <pc:chgData name="Zaid Eltabatebi" userId="S::2110012@std.aum.edu.jo::c9948272-14aa-40e5-ae95-26a7b51156ea" providerId="AD" clId="Web-{587837F0-7B6C-C101-4A94-499433817FF2}" dt="2024-05-31T17:08:41.714" v="15"/>
          <pc:sldLayoutMkLst>
            <pc:docMk/>
            <pc:sldMasterMk cId="3791989500" sldId="2147483764"/>
            <pc:sldLayoutMk cId="1047365202" sldId="2147483753"/>
          </pc:sldLayoutMkLst>
        </pc:sldLayoutChg>
        <pc:sldLayoutChg chg="add del">
          <pc:chgData name="Zaid Eltabatebi" userId="S::2110012@std.aum.edu.jo::c9948272-14aa-40e5-ae95-26a7b51156ea" providerId="AD" clId="Web-{587837F0-7B6C-C101-4A94-499433817FF2}" dt="2024-05-31T17:08:41.714" v="15"/>
          <pc:sldLayoutMkLst>
            <pc:docMk/>
            <pc:sldMasterMk cId="3791989500" sldId="2147483764"/>
            <pc:sldLayoutMk cId="1127997982" sldId="2147483754"/>
          </pc:sldLayoutMkLst>
        </pc:sldLayoutChg>
        <pc:sldLayoutChg chg="add del">
          <pc:chgData name="Zaid Eltabatebi" userId="S::2110012@std.aum.edu.jo::c9948272-14aa-40e5-ae95-26a7b51156ea" providerId="AD" clId="Web-{587837F0-7B6C-C101-4A94-499433817FF2}" dt="2024-05-31T17:08:41.714" v="15"/>
          <pc:sldLayoutMkLst>
            <pc:docMk/>
            <pc:sldMasterMk cId="3791989500" sldId="2147483764"/>
            <pc:sldLayoutMk cId="3745102142" sldId="2147483755"/>
          </pc:sldLayoutMkLst>
        </pc:sldLayoutChg>
        <pc:sldLayoutChg chg="add del">
          <pc:chgData name="Zaid Eltabatebi" userId="S::2110012@std.aum.edu.jo::c9948272-14aa-40e5-ae95-26a7b51156ea" providerId="AD" clId="Web-{587837F0-7B6C-C101-4A94-499433817FF2}" dt="2024-05-31T17:08:41.714" v="15"/>
          <pc:sldLayoutMkLst>
            <pc:docMk/>
            <pc:sldMasterMk cId="3791989500" sldId="2147483764"/>
            <pc:sldLayoutMk cId="3779413830" sldId="2147483756"/>
          </pc:sldLayoutMkLst>
        </pc:sldLayoutChg>
        <pc:sldLayoutChg chg="add del">
          <pc:chgData name="Zaid Eltabatebi" userId="S::2110012@std.aum.edu.jo::c9948272-14aa-40e5-ae95-26a7b51156ea" providerId="AD" clId="Web-{587837F0-7B6C-C101-4A94-499433817FF2}" dt="2024-05-31T17:08:41.714" v="15"/>
          <pc:sldLayoutMkLst>
            <pc:docMk/>
            <pc:sldMasterMk cId="3791989500" sldId="2147483764"/>
            <pc:sldLayoutMk cId="1140837623" sldId="2147483757"/>
          </pc:sldLayoutMkLst>
        </pc:sldLayoutChg>
        <pc:sldLayoutChg chg="add del">
          <pc:chgData name="Zaid Eltabatebi" userId="S::2110012@std.aum.edu.jo::c9948272-14aa-40e5-ae95-26a7b51156ea" providerId="AD" clId="Web-{587837F0-7B6C-C101-4A94-499433817FF2}" dt="2024-05-31T17:08:41.714" v="15"/>
          <pc:sldLayoutMkLst>
            <pc:docMk/>
            <pc:sldMasterMk cId="3791989500" sldId="2147483764"/>
            <pc:sldLayoutMk cId="2339235917" sldId="2147483758"/>
          </pc:sldLayoutMkLst>
        </pc:sldLayoutChg>
        <pc:sldLayoutChg chg="add del">
          <pc:chgData name="Zaid Eltabatebi" userId="S::2110012@std.aum.edu.jo::c9948272-14aa-40e5-ae95-26a7b51156ea" providerId="AD" clId="Web-{587837F0-7B6C-C101-4A94-499433817FF2}" dt="2024-05-31T17:08:41.714" v="15"/>
          <pc:sldLayoutMkLst>
            <pc:docMk/>
            <pc:sldMasterMk cId="3791989500" sldId="2147483764"/>
            <pc:sldLayoutMk cId="2852444116" sldId="2147483759"/>
          </pc:sldLayoutMkLst>
        </pc:sldLayoutChg>
        <pc:sldLayoutChg chg="add del">
          <pc:chgData name="Zaid Eltabatebi" userId="S::2110012@std.aum.edu.jo::c9948272-14aa-40e5-ae95-26a7b51156ea" providerId="AD" clId="Web-{587837F0-7B6C-C101-4A94-499433817FF2}" dt="2024-05-31T17:08:41.714" v="15"/>
          <pc:sldLayoutMkLst>
            <pc:docMk/>
            <pc:sldMasterMk cId="3791989500" sldId="2147483764"/>
            <pc:sldLayoutMk cId="556569182" sldId="2147483760"/>
          </pc:sldLayoutMkLst>
        </pc:sldLayoutChg>
        <pc:sldLayoutChg chg="add del">
          <pc:chgData name="Zaid Eltabatebi" userId="S::2110012@std.aum.edu.jo::c9948272-14aa-40e5-ae95-26a7b51156ea" providerId="AD" clId="Web-{587837F0-7B6C-C101-4A94-499433817FF2}" dt="2024-05-31T17:08:41.714" v="15"/>
          <pc:sldLayoutMkLst>
            <pc:docMk/>
            <pc:sldMasterMk cId="3791989500" sldId="2147483764"/>
            <pc:sldLayoutMk cId="2645192450" sldId="2147483761"/>
          </pc:sldLayoutMkLst>
        </pc:sldLayoutChg>
        <pc:sldLayoutChg chg="add del">
          <pc:chgData name="Zaid Eltabatebi" userId="S::2110012@std.aum.edu.jo::c9948272-14aa-40e5-ae95-26a7b51156ea" providerId="AD" clId="Web-{587837F0-7B6C-C101-4A94-499433817FF2}" dt="2024-05-31T17:08:41.714" v="15"/>
          <pc:sldLayoutMkLst>
            <pc:docMk/>
            <pc:sldMasterMk cId="3791989500" sldId="2147483764"/>
            <pc:sldLayoutMk cId="481383634" sldId="2147483762"/>
          </pc:sldLayoutMkLst>
        </pc:sldLayoutChg>
        <pc:sldLayoutChg chg="add del">
          <pc:chgData name="Zaid Eltabatebi" userId="S::2110012@std.aum.edu.jo::c9948272-14aa-40e5-ae95-26a7b51156ea" providerId="AD" clId="Web-{587837F0-7B6C-C101-4A94-499433817FF2}" dt="2024-05-31T17:08:41.714" v="15"/>
          <pc:sldLayoutMkLst>
            <pc:docMk/>
            <pc:sldMasterMk cId="3791989500" sldId="2147483764"/>
            <pc:sldLayoutMk cId="689402513" sldId="2147483763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0666DC1-CD27-4874-9484-9D06C59FE4D0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7579F-F417-47C2-AC03-911CCED02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2" y="447675"/>
            <a:ext cx="8397511" cy="2714625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3E600-28DA-4780-9E00-2E12F74FF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602037"/>
            <a:ext cx="8397511" cy="2460625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6F1DC-ADFB-42C9-AB34-FCB38C81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8219-6E45-4D12-B767-46F92D5844D4}" type="datetime1">
              <a:rPr lang="en-US" smtClean="0"/>
              <a:t>5/31/2024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99E6D-BBA8-4A15-94DA-DBE8A4FD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03C82-8719-4FAC-94BF-2A91335F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444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CF16-986E-4D90-AA40-CDB46E23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F14DA-A783-43BC-8F15-95408B89D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C48B6-C394-452A-94D9-D4802755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96A2-D8F0-4E17-BFD0-A6C902250D59}" type="datetime1">
              <a:rPr lang="en-US" smtClean="0"/>
              <a:t>5/31/2024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58A8A-3DD0-41C8-9F48-F4309FA1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06C92-7C02-4D34-B3E5-D549A7A3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569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66F9FA-E6B8-4CFC-B3F1-0C075546EE33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6F270-B2AA-4935-885F-5924B1F63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10862898" cy="272415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2658E-3D87-4D5A-A602-847153CC4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3695701"/>
            <a:ext cx="10862898" cy="23939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B1D84-A229-45B1-BD42-0DC0CE9F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8C9C-1ACB-4C84-A002-C7E0E45B937A}" type="datetime1">
              <a:rPr lang="en-US" smtClean="0"/>
              <a:t>5/31/2024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4EEF4-D461-49D7-8F24-8BFE2444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4055A-7488-4646-9E88-692036EA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192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1F74-ED26-4F8B-BF51-3533D8404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60"/>
            <a:ext cx="11264536" cy="16875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1D2D7-7F18-43E0-9B2E-3FCD83CC8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55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BBB66-EB7D-4F8C-9C78-1D1C88846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016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684E6-393D-4587-AA45-E6734FB47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F2A5-B297-4977-9E5B-4D3050E23689}" type="datetime1">
              <a:rPr lang="en-US" smtClean="0"/>
              <a:t>5/31/2024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D8EE0-0333-4ABC-AE18-10DD507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52369-A8F0-4709-8372-B420A67DB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383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1592-4621-4D72-BC2D-F2C439F8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59"/>
            <a:ext cx="10870836" cy="1691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823F5-0A90-4666-BE88-2BE0D0A61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436473"/>
            <a:ext cx="5332026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C6A7C-6260-463D-B3FD-71A07ACD0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552" y="3409051"/>
            <a:ext cx="5332026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2AF8D-90ED-4512-9423-C91BF73A9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0162" y="2436473"/>
            <a:ext cx="5358285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838EA-E20D-4CC3-83C2-AFE0DE9F7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162" y="3409051"/>
            <a:ext cx="5358285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03F8A-08E1-4160-9B7E-E0CA4BF8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27434-4794-409A-9547-04789BA47588}" type="datetime1">
              <a:rPr lang="en-US" smtClean="0"/>
              <a:t>5/31/2024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291AB-3C5C-4BE1-9E50-02F48933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96E64-CD6C-4CF7-8624-FA4AE976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402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562B3-06A0-4F2F-96EC-A062DAE2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C0095-49F0-4A83-AE8C-9D13E15C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58635-357A-4E3D-B824-A5CEFDB8449C}" type="datetime1">
              <a:rPr lang="en-US" smtClean="0"/>
              <a:t>5/31/2024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24898-D4EA-497A-8FC8-43E0D021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821F6-2C08-450C-A18C-702D738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837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FFE119-5FCA-4D9C-9C07-1B81A0BF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FF77-2719-4AD0-8740-0B90FF5D1EFB}" type="datetime1">
              <a:rPr lang="en-US" smtClean="0"/>
              <a:t>5/31/2024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2C5995-6284-4D7F-AB1C-CA8FE63A7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E4B0D-9C21-48D0-9438-C4737068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365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0AF76DA-8F95-47D9-9EB6-B1EC93437387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1355B14-077B-4BA1-962D-6E97D93FFCCC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230B99F-AC6F-4973-A35E-16C87C38711D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41614-9483-47F8-A429-FB0D1C5AA89A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5E91C-3C4F-40A2-BCC6-918D3BED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87234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0F113-1C61-4F74-BD5B-727668BB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EB228-A180-4DF6-9D5B-2CF86B6B9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87234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13719-D65D-4BAE-97B7-FAE8F399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1C83-1089-48B9-8B65-293D4C236D35}" type="datetime1">
              <a:rPr lang="en-US" smtClean="0"/>
              <a:t>5/31/2024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7F5BB-DC3C-45D1-A0D2-05168FEC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44BA3-19DB-4072-9A2C-08C92361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997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0A6909D-DC0B-4221-8140-21E981D896AF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D581C2-F39E-4958-A3F3-BB65AB1C5E66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D77040-27EF-4D2C-8D34-32337B0C8544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A26D20-69F8-4BBC-98C0-BEB470AB8284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7B6BC-4B2A-4001-9634-47473F82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11519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7D074-2CCB-4AB8-A7A0-7847D3C1E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B94BD-D906-4213-9F31-1BE17A86F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11519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B8431-70CB-4E9F-8A49-CDFF1855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2FE45-CC1E-47DB-8B82-6CF0636FBDB8}" type="datetime1">
              <a:rPr lang="en-US" smtClean="0"/>
              <a:t>5/31/2024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2F293-170E-410E-88BF-187A63C5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D93A2-588D-43B5-B6FA-0B7892E6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102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8A33-CB96-4CB1-9941-753BD0824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EB269-70DF-4510-A313-336226558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EA3CC-B2DC-4E87-826C-B885A7E6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30B8-6059-41E5-A5DC-C07A76F5859A}" type="datetime1">
              <a:rPr lang="en-US" smtClean="0"/>
              <a:t>5/31/2024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37F52-A7C4-4E21-A12A-02546D47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6031F-5A79-48A7-8EDC-DDD9A9E4B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413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188483-96C4-4E9C-AA6A-E70005461AEE}"/>
              </a:ext>
            </a:extLst>
          </p:cNvPr>
          <p:cNvSpPr/>
          <p:nvPr/>
        </p:nvSpPr>
        <p:spPr>
          <a:xfrm>
            <a:off x="9144000" y="0"/>
            <a:ext cx="3048000" cy="6854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FCD54-7F0B-446E-9998-93E7BD7CE7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534222" y="365125"/>
            <a:ext cx="223867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66238-BBF1-4672-BC09-746C6967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552" y="365125"/>
            <a:ext cx="837406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32A5-B67B-45C1-B454-12E9FBE0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0CB7-D16E-4358-B7F4-EA4A24554592}" type="datetime1">
              <a:rPr lang="en-US" smtClean="0"/>
              <a:t>5/31/2024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1896-9441-4636-89D5-84E5932A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811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37DFE-7F48-4EB0-83BC-A93F342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9235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26A151-13BF-4305-A6DC-9DC7C9877195}"/>
              </a:ext>
            </a:extLst>
          </p:cNvPr>
          <p:cNvSpPr/>
          <p:nvPr/>
        </p:nvSpPr>
        <p:spPr>
          <a:xfrm>
            <a:off x="0" y="0"/>
            <a:ext cx="12192000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E6AE3-3BCC-4B3B-AC4E-60F91014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514A-E7EA-41A8-ADBA-85CA1DF6D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576513"/>
            <a:ext cx="10869248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CB0BD-D6E3-4B3D-BCBB-6FECA5D63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6221" y="635720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C8E16-3C03-4238-9C6F-B34F3D10F77E}" type="datetime1">
              <a:rPr lang="en-US" smtClean="0"/>
              <a:t>5/31/2024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147F7-B466-4892-BE27-876F94751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7016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4FE0-65CC-4435-A6AF-150E52F35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4983" y="6356350"/>
            <a:ext cx="12807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989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57" r:id="rId6"/>
    <p:sldLayoutId id="2147483753" r:id="rId7"/>
    <p:sldLayoutId id="2147483754" r:id="rId8"/>
    <p:sldLayoutId id="2147483755" r:id="rId9"/>
    <p:sldLayoutId id="2147483756" r:id="rId10"/>
    <p:sldLayoutId id="2147483758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RMS_Titanic_4.jpg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2012books.lardbucket.org/books/public-speaking-practice-and-ethics/s14-02-steps-of-a-conclusion.html" TargetMode="Externa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6811A6C-040C-4C5A-8FF3-63EC6CC40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6095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4554" y="397275"/>
            <a:ext cx="5230446" cy="3761257"/>
          </a:xfrm>
        </p:spPr>
        <p:txBody>
          <a:bodyPr anchor="ctr">
            <a:normAutofit/>
          </a:bodyPr>
          <a:lstStyle/>
          <a:p>
            <a:r>
              <a:rPr lang="en-US" dirty="0"/>
              <a:t>Big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1182" y="4846029"/>
            <a:ext cx="5363817" cy="13755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latin typeface="Aptos"/>
                <a:cs typeface="Times New Roman"/>
              </a:rPr>
              <a:t>Spark</a:t>
            </a:r>
            <a:endParaRPr lang="en-US" dirty="0"/>
          </a:p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838060F-EC51-5224-FB55-F8E98B6DF3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987" r="4134" b="11"/>
          <a:stretch/>
        </p:blipFill>
        <p:spPr>
          <a:xfrm>
            <a:off x="6095999" y="10"/>
            <a:ext cx="609600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7023783-1BA7-4B53-8EDC-B7F22732F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B8B7D45-C71F-4FD6-BE9F-31CB246781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305878"/>
            <a:ext cx="12192000" cy="4552121"/>
            <a:chOff x="6096002" y="-9073"/>
            <a:chExt cx="6095998" cy="686707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F0E55DB-2DD2-4990-952E-AF7499C79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131DE2E-D7A0-4137-B8A6-3F996F89AD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0BEECA9E-C489-4B62-9103-5A6D60EA2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2913"/>
            <a:ext cx="6095996" cy="231879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DB974E-B49B-E0E7-21FC-E4A1FA83A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98495"/>
            <a:ext cx="5251230" cy="1601755"/>
          </a:xfrm>
        </p:spPr>
        <p:txBody>
          <a:bodyPr>
            <a:normAutofit/>
          </a:bodyPr>
          <a:lstStyle/>
          <a:p>
            <a:r>
              <a:rPr lang="en-US" sz="4400">
                <a:latin typeface="Bahnschrift"/>
              </a:rPr>
              <a:t>Introduction</a:t>
            </a:r>
            <a:endParaRPr lang="en-US" sz="4400"/>
          </a:p>
          <a:p>
            <a:endParaRPr lang="en-US" sz="4400"/>
          </a:p>
        </p:txBody>
      </p:sp>
      <p:pic>
        <p:nvPicPr>
          <p:cNvPr id="7" name="Graphic 6" descr="Anchor">
            <a:extLst>
              <a:ext uri="{FF2B5EF4-FFF2-40B4-BE49-F238E27FC236}">
                <a16:creationId xmlns:a16="http://schemas.microsoft.com/office/drawing/2014/main" id="{2AF85864-0524-85A0-64F1-2AAAC5F471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5363" y="136526"/>
            <a:ext cx="1973954" cy="197395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0254F-A5C1-D8A9-49FD-CF832D56F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1" y="2665270"/>
            <a:ext cx="10228475" cy="3496539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</a:pPr>
            <a:r>
              <a:rPr lang="en-US">
                <a:latin typeface="Avenir Next LT Pro"/>
              </a:rPr>
              <a:t>Background: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>
                <a:latin typeface="Avenir Next LT Pro"/>
              </a:rPr>
              <a:t>The Titanic was a British passenger liner that sank in the North Atlantic Ocean in 1912 after hitting an iceberg.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>
                <a:latin typeface="Avenir Next LT Pro"/>
              </a:rPr>
              <a:t>Over 1,500 passengers and crew lost their lives, making it one of the deadliest commercial peacetime maritime disasters in modern history.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>
                <a:latin typeface="Avenir Next LT Pro"/>
              </a:rPr>
              <a:t>Objective: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>
                <a:latin typeface="Avenir Next LT Pro"/>
              </a:rPr>
              <a:t>To analyze the Titanic dataset to uncover survival rates based on different features such as passenger class, gender, and age group.</a:t>
            </a:r>
            <a:endParaRPr lang="en-US"/>
          </a:p>
          <a:p>
            <a:pPr>
              <a:lnSpc>
                <a:spcPct val="110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442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303D4-B536-939B-1D29-751C8FE47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  <a:latin typeface="Bahnschrift"/>
              </a:rPr>
              <a:t>Dataset Overview</a:t>
            </a:r>
            <a:endParaRPr lang="en-US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452E0-9A5D-4320-733F-17EFCB15D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b="1" dirty="0">
                <a:solidFill>
                  <a:srgbClr val="000000"/>
                </a:solidFill>
                <a:latin typeface="Avenir Next LT Pro"/>
              </a:rPr>
              <a:t>Description:</a:t>
            </a:r>
            <a:endParaRPr lang="en-US" b="1" dirty="0"/>
          </a:p>
          <a:p>
            <a:r>
              <a:rPr lang="en-US" dirty="0">
                <a:solidFill>
                  <a:srgbClr val="000000"/>
                </a:solidFill>
                <a:latin typeface="Avenir Next LT Pro"/>
              </a:rPr>
              <a:t>The dataset contains information on 891 passengers.</a:t>
            </a:r>
            <a:endParaRPr lang="en-US" dirty="0"/>
          </a:p>
          <a:p>
            <a:r>
              <a:rPr lang="en-US" dirty="0">
                <a:solidFill>
                  <a:srgbClr val="000000"/>
                </a:solidFill>
                <a:latin typeface="Avenir Next LT Pro"/>
              </a:rPr>
              <a:t>Key features include Survived, </a:t>
            </a:r>
            <a:r>
              <a:rPr lang="en-US" dirty="0" err="1">
                <a:solidFill>
                  <a:srgbClr val="000000"/>
                </a:solidFill>
                <a:latin typeface="Avenir Next LT Pro"/>
              </a:rPr>
              <a:t>Pclass</a:t>
            </a:r>
            <a:r>
              <a:rPr lang="en-US" dirty="0">
                <a:solidFill>
                  <a:srgbClr val="000000"/>
                </a:solidFill>
                <a:latin typeface="Avenir Next LT Pro"/>
              </a:rPr>
              <a:t>, Sex, Age, among others.</a:t>
            </a:r>
            <a:endParaRPr lang="en-US" dirty="0"/>
          </a:p>
          <a:p>
            <a:r>
              <a:rPr lang="en-US" b="1" dirty="0">
                <a:solidFill>
                  <a:srgbClr val="000000"/>
                </a:solidFill>
                <a:latin typeface="Avenir Next LT Pro"/>
              </a:rPr>
              <a:t>Data Cleaning:</a:t>
            </a:r>
            <a:endParaRPr lang="en-US" b="1" dirty="0"/>
          </a:p>
          <a:p>
            <a:r>
              <a:rPr lang="en-US" dirty="0">
                <a:solidFill>
                  <a:srgbClr val="000000"/>
                </a:solidFill>
                <a:latin typeface="Avenir Next LT Pro"/>
              </a:rPr>
              <a:t>Removed unnecessary columns: </a:t>
            </a:r>
            <a:r>
              <a:rPr lang="en-US" dirty="0" err="1">
                <a:solidFill>
                  <a:srgbClr val="000000"/>
                </a:solidFill>
                <a:latin typeface="Avenir Next LT Pro"/>
              </a:rPr>
              <a:t>PassengerId</a:t>
            </a:r>
            <a:r>
              <a:rPr lang="en-US" dirty="0">
                <a:solidFill>
                  <a:srgbClr val="000000"/>
                </a:solidFill>
                <a:latin typeface="Avenir Next LT Pro"/>
              </a:rPr>
              <a:t>, Name, </a:t>
            </a:r>
            <a:r>
              <a:rPr lang="en-US" dirty="0" err="1">
                <a:solidFill>
                  <a:srgbClr val="000000"/>
                </a:solidFill>
                <a:latin typeface="Avenir Next LT Pro"/>
              </a:rPr>
              <a:t>SibSp</a:t>
            </a:r>
            <a:r>
              <a:rPr lang="en-US" dirty="0">
                <a:solidFill>
                  <a:srgbClr val="000000"/>
                </a:solidFill>
                <a:latin typeface="Avenir Next LT Pro"/>
              </a:rPr>
              <a:t>, Parch, Ticket, Fare, Cabin, Embarked.</a:t>
            </a:r>
            <a:endParaRPr lang="en-US" dirty="0"/>
          </a:p>
          <a:p>
            <a:r>
              <a:rPr lang="en-US" dirty="0">
                <a:solidFill>
                  <a:srgbClr val="000000"/>
                </a:solidFill>
                <a:latin typeface="Avenir Next LT Pro"/>
              </a:rPr>
              <a:t>Filled missing values in the Age column with "unknown".</a:t>
            </a:r>
            <a:endParaRPr lang="en-US" dirty="0"/>
          </a:p>
          <a:p>
            <a:r>
              <a:rPr lang="en-US" dirty="0">
                <a:solidFill>
                  <a:srgbClr val="000000"/>
                </a:solidFill>
                <a:latin typeface="Avenir Next LT Pro"/>
              </a:rPr>
              <a:t>Created an AgeGroup column to categorize ages.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514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AF15C8E-093E-4823-A12A-001BAA62B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7D22140-517F-4F77-9243-170EF137F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295714"/>
            <a:ext cx="3047993" cy="4562285"/>
            <a:chOff x="0" y="2295714"/>
            <a:chExt cx="3047993" cy="456228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23529E9-1CA0-4F22-9E2E-6C4014C2E4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295714"/>
              <a:ext cx="3047993" cy="456228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1E42691-FAA3-4953-BE2C-931DA3EBE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295714"/>
              <a:ext cx="3047993" cy="4562285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DC60494-71A0-4561-A012-BA2338D0D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12192000" cy="22957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376FB0-9FF9-D6A1-3113-B0178BAA2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570831"/>
          </a:xfrm>
        </p:spPr>
        <p:txBody>
          <a:bodyPr>
            <a:normAutofit/>
          </a:bodyPr>
          <a:lstStyle/>
          <a:p>
            <a:r>
              <a:rPr lang="en-US">
                <a:latin typeface="Bahnschrift"/>
              </a:rPr>
              <a:t>Data Processing</a:t>
            </a:r>
            <a:endParaRPr lang="en-US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43761-11A4-98EC-6186-62B14D58D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1905" y="2786063"/>
            <a:ext cx="8440884" cy="33909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900" dirty="0">
                <a:latin typeface="Avenir Next LT Pro"/>
              </a:rPr>
              <a:t>Steps:</a:t>
            </a:r>
            <a:endParaRPr lang="en-US" sz="1900" dirty="0"/>
          </a:p>
          <a:p>
            <a:pPr marL="342900" indent="-342900">
              <a:lnSpc>
                <a:spcPct val="110000"/>
              </a:lnSpc>
              <a:buChar char="•"/>
            </a:pPr>
            <a:r>
              <a:rPr lang="en-US" sz="1900">
                <a:latin typeface="Avenir Next LT Pro"/>
              </a:rPr>
              <a:t>Loaded the dataset using </a:t>
            </a:r>
            <a:r>
              <a:rPr lang="en-US" sz="1900" err="1">
                <a:latin typeface="Avenir Next LT Pro"/>
              </a:rPr>
              <a:t>PySpark</a:t>
            </a:r>
            <a:r>
              <a:rPr lang="en-US" sz="1900">
                <a:latin typeface="Avenir Next LT Pro"/>
              </a:rPr>
              <a:t>.</a:t>
            </a:r>
            <a:endParaRPr lang="en-US" sz="1900"/>
          </a:p>
          <a:p>
            <a:pPr marL="342900" indent="-342900">
              <a:lnSpc>
                <a:spcPct val="110000"/>
              </a:lnSpc>
              <a:buChar char="•"/>
            </a:pPr>
            <a:r>
              <a:rPr lang="en-US" sz="1900">
                <a:latin typeface="Avenir Next LT Pro"/>
              </a:rPr>
              <a:t>Inspected and cleaned the data.</a:t>
            </a:r>
            <a:endParaRPr lang="en-US" sz="1900"/>
          </a:p>
          <a:p>
            <a:pPr marL="342900" indent="-342900">
              <a:lnSpc>
                <a:spcPct val="110000"/>
              </a:lnSpc>
              <a:buChar char="•"/>
            </a:pPr>
            <a:r>
              <a:rPr lang="en-US" sz="1900">
                <a:latin typeface="Avenir Next LT Pro"/>
              </a:rPr>
              <a:t>Converted data types where necessary.</a:t>
            </a:r>
            <a:endParaRPr lang="en-US" sz="1900"/>
          </a:p>
          <a:p>
            <a:pPr marL="342900" indent="-342900">
              <a:lnSpc>
                <a:spcPct val="110000"/>
              </a:lnSpc>
              <a:buChar char="•"/>
            </a:pPr>
            <a:r>
              <a:rPr lang="en-US" sz="1900">
                <a:latin typeface="Avenir Next LT Pro"/>
              </a:rPr>
              <a:t>Handled missing values appropriately.</a:t>
            </a:r>
            <a:endParaRPr lang="en-US" sz="1900"/>
          </a:p>
          <a:p>
            <a:pPr marL="342900" indent="-342900">
              <a:lnSpc>
                <a:spcPct val="110000"/>
              </a:lnSpc>
              <a:buChar char="•"/>
            </a:pPr>
            <a:r>
              <a:rPr lang="en-US" sz="1900" dirty="0">
                <a:latin typeface="Avenir Next LT Pro"/>
              </a:rPr>
              <a:t>Created meaningful groups for analysis (</a:t>
            </a:r>
            <a:r>
              <a:rPr lang="en-US" sz="1900" dirty="0" err="1">
                <a:latin typeface="Avenir Next LT Pro"/>
              </a:rPr>
              <a:t>AgeGroup</a:t>
            </a:r>
            <a:r>
              <a:rPr lang="en-US" sz="1900" dirty="0">
                <a:latin typeface="Avenir Next LT Pro"/>
              </a:rPr>
              <a:t>).</a:t>
            </a:r>
            <a:endParaRPr lang="en-US" sz="1900" dirty="0"/>
          </a:p>
          <a:p>
            <a:pPr>
              <a:lnSpc>
                <a:spcPct val="110000"/>
              </a:lnSpc>
            </a:pPr>
            <a:br>
              <a:rPr lang="en-US" sz="1900" dirty="0"/>
            </a:b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3465955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2799F-B229-7AD4-2046-C3BE96255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  <a:latin typeface="Bahnschrift"/>
              </a:rPr>
              <a:t>Unique Values and Null Counts</a:t>
            </a:r>
            <a:endParaRPr lang="en-US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7BA9A-216C-A7EC-D876-95077FA78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br>
              <a:rPr lang="en-US" dirty="0"/>
            </a:br>
            <a:endParaRPr lang="en-US"/>
          </a:p>
          <a:p>
            <a:r>
              <a:rPr lang="en-US" b="1">
                <a:solidFill>
                  <a:srgbClr val="000000"/>
                </a:solidFill>
                <a:latin typeface="Avenir Next LT Pro"/>
              </a:rPr>
              <a:t>Unique Values in </a:t>
            </a:r>
            <a:r>
              <a:rPr lang="en-US" b="1" err="1">
                <a:solidFill>
                  <a:srgbClr val="000000"/>
                </a:solidFill>
                <a:latin typeface="Avenir Next LT Pro"/>
              </a:rPr>
              <a:t>Pclass</a:t>
            </a:r>
            <a:r>
              <a:rPr lang="en-US" b="1">
                <a:solidFill>
                  <a:srgbClr val="000000"/>
                </a:solidFill>
                <a:latin typeface="Avenir Next LT Pro"/>
              </a:rPr>
              <a:t>:</a:t>
            </a:r>
            <a:endParaRPr lang="en-US" b="1"/>
          </a:p>
          <a:p>
            <a:pPr marL="342900" indent="-342900">
              <a:buChar char="•"/>
            </a:pPr>
            <a:r>
              <a:rPr lang="en-US">
                <a:solidFill>
                  <a:srgbClr val="000000"/>
                </a:solidFill>
                <a:latin typeface="Avenir Next LT Pro"/>
              </a:rPr>
              <a:t>Displayed unique passenger classes: 1, 2, 3.</a:t>
            </a:r>
            <a:endParaRPr lang="en-US"/>
          </a:p>
          <a:p>
            <a:r>
              <a:rPr lang="en-US" b="1">
                <a:solidFill>
                  <a:srgbClr val="000000"/>
                </a:solidFill>
                <a:latin typeface="Avenir Next LT Pro"/>
              </a:rPr>
              <a:t>Null Counts:</a:t>
            </a:r>
            <a:endParaRPr lang="en-US" b="1"/>
          </a:p>
          <a:p>
            <a:pPr marL="342900" indent="-342900">
              <a:buChar char="•"/>
            </a:pPr>
            <a:r>
              <a:rPr lang="en-US">
                <a:solidFill>
                  <a:srgbClr val="000000"/>
                </a:solidFill>
                <a:latin typeface="Avenir Next LT Pro"/>
              </a:rPr>
              <a:t>Ensured no null values in key columns after cleaning.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926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DDAA74B-8E81-4F15-BC0F-4050965FF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4CD4C6-F07B-411C-876A-727559731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6083644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909904-7021-8CD8-1FA1-22911E9A3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5022630" cy="2430030"/>
          </a:xfrm>
        </p:spPr>
        <p:txBody>
          <a:bodyPr>
            <a:normAutofit/>
          </a:bodyPr>
          <a:lstStyle/>
          <a:p>
            <a:r>
              <a:rPr lang="en-US" dirty="0">
                <a:latin typeface="Bahnschrift"/>
              </a:rPr>
              <a:t>Gender Distribution</a:t>
            </a: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FB041-0C24-8F23-CFF4-B3B221904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3870613"/>
            <a:ext cx="5022630" cy="230634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latin typeface="Avenir Next LT Pro"/>
              </a:rPr>
              <a:t>Counts:</a:t>
            </a:r>
            <a:endParaRPr lang="en-US"/>
          </a:p>
          <a:p>
            <a:r>
              <a:rPr lang="en-US">
                <a:latin typeface="Avenir Next LT Pro"/>
              </a:rPr>
              <a:t>Number of female passengers: 314</a:t>
            </a:r>
            <a:endParaRPr lang="en-US"/>
          </a:p>
          <a:p>
            <a:r>
              <a:rPr lang="en-US">
                <a:latin typeface="Avenir Next LT Pro"/>
              </a:rPr>
              <a:t>Number of male passengers: 577</a:t>
            </a:r>
            <a:endParaRPr lang="en-US"/>
          </a:p>
          <a:p>
            <a:endParaRPr lang="en-US"/>
          </a:p>
        </p:txBody>
      </p:sp>
      <p:pic>
        <p:nvPicPr>
          <p:cNvPr id="8" name="Picture 7" descr="A large ship in the water with RMS Queen Mary in the background&#10;&#10;Description automatically generated">
            <a:extLst>
              <a:ext uri="{FF2B5EF4-FFF2-40B4-BE49-F238E27FC236}">
                <a16:creationId xmlns:a16="http://schemas.microsoft.com/office/drawing/2014/main" id="{62238943-9C9F-A597-F516-05E0FF1B3BE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5978" r="317"/>
          <a:stretch/>
        </p:blipFill>
        <p:spPr>
          <a:xfrm>
            <a:off x="6083644" y="10"/>
            <a:ext cx="6108356" cy="68579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5B0F39A-B5B0-52A8-C6D1-2FC31AA6F079}"/>
              </a:ext>
            </a:extLst>
          </p:cNvPr>
          <p:cNvSpPr txBox="1"/>
          <p:nvPr/>
        </p:nvSpPr>
        <p:spPr>
          <a:xfrm>
            <a:off x="9575579" y="6657945"/>
            <a:ext cx="2616421" cy="200055"/>
          </a:xfrm>
          <a:prstGeom prst="rect">
            <a:avLst/>
          </a:prstGeom>
          <a:solidFill>
            <a:srgbClr val="000000"/>
          </a:solidFill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r>
              <a:rPr lang="en-US" sz="70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9098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06B261F-632C-43DC-8DC7-7723B3682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524C7F-EE50-42C5-9434-7C78CE044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5998" cy="68613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05208-FF75-2F6A-5291-531094080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5022630" cy="2430030"/>
          </a:xfrm>
        </p:spPr>
        <p:txBody>
          <a:bodyPr>
            <a:normAutofit/>
          </a:bodyPr>
          <a:lstStyle/>
          <a:p>
            <a:r>
              <a:rPr lang="en-US" dirty="0">
                <a:latin typeface="Bahnschrift"/>
              </a:rPr>
              <a:t>Survival by Gender</a:t>
            </a: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80B4A-D359-0278-8E8C-0A34F6A5C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3054927"/>
            <a:ext cx="5022630" cy="312203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Avenir Next LT Pro"/>
              </a:rPr>
              <a:t>Counts:</a:t>
            </a:r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  <a:latin typeface="Avenir Next LT Pro"/>
              </a:rPr>
              <a:t>Number of female passengers who survived: 233</a:t>
            </a:r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  <a:latin typeface="Avenir Next LT Pro"/>
              </a:rPr>
              <a:t>Number of male passengers who survived: 109</a:t>
            </a:r>
            <a:endParaRPr lang="en-US" sz="1800" dirty="0">
              <a:solidFill>
                <a:schemeClr val="bg1"/>
              </a:solidFill>
            </a:endParaRPr>
          </a:p>
          <a:p>
            <a:endParaRPr lang="en-US" sz="1800">
              <a:solidFill>
                <a:schemeClr val="bg1"/>
              </a:solidFill>
            </a:endParaRPr>
          </a:p>
        </p:txBody>
      </p:sp>
      <p:pic>
        <p:nvPicPr>
          <p:cNvPr id="4" name="Picture 3" descr="A graph with green squares&#10;&#10;Description automatically generated">
            <a:extLst>
              <a:ext uri="{FF2B5EF4-FFF2-40B4-BE49-F238E27FC236}">
                <a16:creationId xmlns:a16="http://schemas.microsoft.com/office/drawing/2014/main" id="{4B97B066-9AFA-449D-00E9-8E1DE58AC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550" y="1344331"/>
            <a:ext cx="5126898" cy="4063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603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F06B261F-632C-43DC-8DC7-7723B3682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E524C7F-EE50-42C5-9434-7C78CE044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5998" cy="68613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F2F73A-1F94-799A-4B82-DA68D9251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5022630" cy="2430030"/>
          </a:xfrm>
        </p:spPr>
        <p:txBody>
          <a:bodyPr>
            <a:normAutofit/>
          </a:bodyPr>
          <a:lstStyle/>
          <a:p>
            <a:br>
              <a:rPr lang="en-US" sz="5000">
                <a:latin typeface="Bahnschrift"/>
              </a:rPr>
            </a:br>
            <a:r>
              <a:rPr lang="en-US" sz="5000" dirty="0">
                <a:latin typeface="Bahnschrift"/>
              </a:rPr>
              <a:t>Survival Rate by Passenger Class</a:t>
            </a:r>
            <a:endParaRPr lang="en-US" sz="5000" dirty="0"/>
          </a:p>
          <a:p>
            <a:endParaRPr lang="en-US" sz="5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CD739-591D-694B-02A4-DCBCF8A00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3054927"/>
            <a:ext cx="5022630" cy="312203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>
                <a:solidFill>
                  <a:schemeClr val="bg1"/>
                </a:solidFill>
                <a:latin typeface="Avenir Next LT Pro"/>
              </a:rPr>
              <a:t>Rates:</a:t>
            </a:r>
            <a:endParaRPr lang="en-US" sz="1800">
              <a:solidFill>
                <a:schemeClr val="bg1"/>
              </a:solidFill>
            </a:endParaRPr>
          </a:p>
          <a:p>
            <a:r>
              <a:rPr lang="en-US" sz="1800">
                <a:solidFill>
                  <a:schemeClr val="bg1"/>
                </a:solidFill>
                <a:latin typeface="Avenir Next LT Pro"/>
              </a:rPr>
              <a:t>Calculated survival rates for each passenger class.</a:t>
            </a:r>
            <a:endParaRPr lang="en-US" sz="1800">
              <a:solidFill>
                <a:schemeClr val="bg1"/>
              </a:solidFill>
            </a:endParaRPr>
          </a:p>
          <a:p>
            <a:endParaRPr lang="en-US" sz="1800">
              <a:solidFill>
                <a:schemeClr val="bg1"/>
              </a:solidFill>
            </a:endParaRPr>
          </a:p>
        </p:txBody>
      </p:sp>
      <p:pic>
        <p:nvPicPr>
          <p:cNvPr id="6" name="Picture 5" descr="A graph of a number of blue rectangular objects&#10;&#10;Description automatically generated">
            <a:extLst>
              <a:ext uri="{FF2B5EF4-FFF2-40B4-BE49-F238E27FC236}">
                <a16:creationId xmlns:a16="http://schemas.microsoft.com/office/drawing/2014/main" id="{4ADD3220-4D9D-D7E7-6DEF-DD28EA74F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550" y="1716031"/>
            <a:ext cx="5126898" cy="3319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317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FF8DE50-7A65-4407-ADF1-2CD17A9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5B6F84-73EF-47ED-850E-4308B2C0D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7988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567D3E-6C3E-65B0-0AE5-ECF803CB1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530910"/>
          </a:xfrm>
        </p:spPr>
        <p:txBody>
          <a:bodyPr>
            <a:normAutofit/>
          </a:bodyPr>
          <a:lstStyle/>
          <a:p>
            <a:r>
              <a:rPr lang="en-US" dirty="0">
                <a:latin typeface="Bahnschrift"/>
              </a:rPr>
              <a:t>Survival Rate by Age Group</a:t>
            </a: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1B7C8-75B5-2FFA-61D7-214BCE689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2837329"/>
            <a:ext cx="5331229" cy="333963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latin typeface="Avenir Next LT Pro"/>
              </a:rPr>
              <a:t>Age Groups:</a:t>
            </a:r>
            <a:endParaRPr lang="en-US"/>
          </a:p>
          <a:p>
            <a:r>
              <a:rPr lang="en-US" dirty="0">
                <a:latin typeface="Avenir Next LT Pro"/>
              </a:rPr>
              <a:t>Created age groups: child, adult, elderly, unknown.</a:t>
            </a:r>
            <a:endParaRPr lang="en-US" dirty="0"/>
          </a:p>
          <a:p>
            <a:r>
              <a:rPr lang="en-US" dirty="0">
                <a:latin typeface="Avenir Next LT Pro"/>
              </a:rPr>
              <a:t>Survival Rates:</a:t>
            </a:r>
            <a:endParaRPr lang="en-US" dirty="0"/>
          </a:p>
          <a:p>
            <a:r>
              <a:rPr lang="en-US" dirty="0">
                <a:latin typeface="Avenir Next LT Pro"/>
              </a:rPr>
              <a:t>Calculated survival rates for each age group.</a:t>
            </a:r>
            <a:endParaRPr lang="en-US" dirty="0"/>
          </a:p>
          <a:p>
            <a:endParaRPr lang="en-US"/>
          </a:p>
        </p:txBody>
      </p:sp>
      <p:pic>
        <p:nvPicPr>
          <p:cNvPr id="5" name="Picture 4" descr="A graph of a number of people&#10;&#10;Description automatically generated">
            <a:extLst>
              <a:ext uri="{FF2B5EF4-FFF2-40B4-BE49-F238E27FC236}">
                <a16:creationId xmlns:a16="http://schemas.microsoft.com/office/drawing/2014/main" id="{F768E9AB-261E-CAE6-2CFB-30D03219518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236"/>
          <a:stretch/>
        </p:blipFill>
        <p:spPr>
          <a:xfrm>
            <a:off x="6095998" y="2279889"/>
            <a:ext cx="6095998" cy="457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095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06B261F-632C-43DC-8DC7-7723B3682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524C7F-EE50-42C5-9434-7C78CE044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5998" cy="68613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4D8582-BAC5-6F87-ED0C-7525D93A9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5022630" cy="243003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latin typeface="Bahnschrift"/>
              </a:rPr>
              <a:t>Gender and Class Survival Analysis</a:t>
            </a:r>
            <a:endParaRPr lang="en-US" dirty="0"/>
          </a:p>
          <a:p>
            <a:pPr>
              <a:lnSpc>
                <a:spcPct val="90000"/>
              </a:lnSpc>
            </a:pP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A7C9F-019E-053E-46EA-55A5CFBE1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3054927"/>
            <a:ext cx="5022630" cy="3122036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Arial"/>
              <a:buChar char="•"/>
            </a:pPr>
            <a:endParaRPr lang="en-US" sz="1800">
              <a:solidFill>
                <a:schemeClr val="bg1"/>
              </a:solidFill>
              <a:latin typeface="ui-sans-serif"/>
            </a:endParaRPr>
          </a:p>
          <a:p>
            <a:r>
              <a:rPr lang="en-US" sz="1800" dirty="0">
                <a:solidFill>
                  <a:schemeClr val="bg1"/>
                </a:solidFill>
                <a:latin typeface="Avenir Next LT Pro"/>
              </a:rPr>
              <a:t>Combination Analysis:</a:t>
            </a:r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  <a:latin typeface="Avenir Next LT Pro"/>
              </a:rPr>
              <a:t>Calculated survival rates by combining gender and passenger class.</a:t>
            </a:r>
            <a:endParaRPr lang="en-US" sz="1800" dirty="0">
              <a:solidFill>
                <a:schemeClr val="bg1"/>
              </a:solidFill>
            </a:endParaRPr>
          </a:p>
          <a:p>
            <a:endParaRPr lang="en-US" sz="1800">
              <a:solidFill>
                <a:schemeClr val="bg1"/>
              </a:solidFill>
            </a:endParaRPr>
          </a:p>
        </p:txBody>
      </p:sp>
      <p:pic>
        <p:nvPicPr>
          <p:cNvPr id="4" name="Picture 3" descr="A graph of a number of people&#10;&#10;Description automatically generated">
            <a:extLst>
              <a:ext uri="{FF2B5EF4-FFF2-40B4-BE49-F238E27FC236}">
                <a16:creationId xmlns:a16="http://schemas.microsoft.com/office/drawing/2014/main" id="{729AD610-8A9A-1E56-D461-9CEA655BE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550" y="1716031"/>
            <a:ext cx="5126898" cy="3319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885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06B261F-632C-43DC-8DC7-7723B3682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524C7F-EE50-42C5-9434-7C78CE044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5998" cy="68613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AB7CF0-8456-3A97-2DA4-E6D70247B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5022630" cy="2430030"/>
          </a:xfrm>
        </p:spPr>
        <p:txBody>
          <a:bodyPr>
            <a:normAutofit/>
          </a:bodyPr>
          <a:lstStyle/>
          <a:p>
            <a:r>
              <a:rPr lang="en-US" dirty="0">
                <a:latin typeface="Bahnschrift"/>
              </a:rPr>
              <a:t>Pie Charts of Survival</a:t>
            </a:r>
            <a:endParaRPr lang="en-US" dirty="0"/>
          </a:p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9E99C3-EEAA-8226-9C9E-5D4B7FD97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3054927"/>
            <a:ext cx="5022630" cy="3122036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>
                <a:solidFill>
                  <a:schemeClr val="bg1"/>
                </a:solidFill>
                <a:latin typeface="ui-sans-serif"/>
              </a:rPr>
              <a:t>Pie charts showing survival rates of males and females separately.</a:t>
            </a:r>
            <a:endParaRPr lang="en-US" sz="1800">
              <a:solidFill>
                <a:schemeClr val="bg1"/>
              </a:solidFill>
            </a:endParaRPr>
          </a:p>
          <a:p>
            <a:endParaRPr lang="en-US" sz="1800" dirty="0">
              <a:solidFill>
                <a:schemeClr val="bg1"/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88AF5FF-8904-EFE6-A5D0-98F51384D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550" y="2119774"/>
            <a:ext cx="5126898" cy="251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164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06B261F-632C-43DC-8DC7-7723B3682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524C7F-EE50-42C5-9434-7C78CE044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5998" cy="68613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E0AF98-E7C3-7EF0-6900-5AD5A8D0D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5022630" cy="2430030"/>
          </a:xfrm>
        </p:spPr>
        <p:txBody>
          <a:bodyPr>
            <a:normAutofit/>
          </a:bodyPr>
          <a:lstStyle/>
          <a:p>
            <a:r>
              <a:rPr lang="en-US">
                <a:latin typeface="Bahnschrift"/>
              </a:rPr>
              <a:t>Count of Age Groups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25ED0-8186-67DB-690B-9A9A0DE40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3054927"/>
            <a:ext cx="5022630" cy="312203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ui-sans-serif"/>
              </a:rPr>
              <a:t>Count of Age Groups</a:t>
            </a:r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>
                <a:solidFill>
                  <a:schemeClr val="bg1"/>
                </a:solidFill>
                <a:latin typeface="ui-sans-serif"/>
              </a:rPr>
              <a:t>Age Group Distribution:</a:t>
            </a:r>
            <a:endParaRPr lang="en-US" sz="1800">
              <a:solidFill>
                <a:schemeClr val="bg1"/>
              </a:solidFill>
            </a:endParaRPr>
          </a:p>
          <a:p>
            <a:r>
              <a:rPr lang="en-US" sz="1800">
                <a:solidFill>
                  <a:schemeClr val="bg1"/>
                </a:solidFill>
                <a:latin typeface="ui-sans-serif"/>
              </a:rPr>
              <a:t>Count of passengers in each age group.</a:t>
            </a:r>
            <a:endParaRPr lang="en-US" sz="1800">
              <a:solidFill>
                <a:schemeClr val="bg1"/>
              </a:solidFill>
            </a:endParaRPr>
          </a:p>
          <a:p>
            <a:r>
              <a:rPr lang="en-US" sz="1800">
                <a:solidFill>
                  <a:schemeClr val="bg1"/>
                </a:solidFill>
                <a:latin typeface="ui-sans-serif"/>
              </a:rPr>
              <a:t>Visualization:</a:t>
            </a:r>
            <a:endParaRPr lang="en-US" sz="1800">
              <a:solidFill>
                <a:schemeClr val="bg1"/>
              </a:solidFill>
            </a:endParaRPr>
          </a:p>
          <a:p>
            <a:r>
              <a:rPr lang="en-US" sz="1800">
                <a:solidFill>
                  <a:schemeClr val="bg1"/>
                </a:solidFill>
                <a:latin typeface="ui-sans-serif"/>
              </a:rPr>
              <a:t>Bar chart showing the count of passengers by age group.</a:t>
            </a:r>
            <a:endParaRPr lang="en-US" sz="1800">
              <a:solidFill>
                <a:schemeClr val="bg1"/>
              </a:solidFill>
            </a:endParaRPr>
          </a:p>
          <a:p>
            <a:endParaRPr lang="en-US" sz="1800">
              <a:solidFill>
                <a:schemeClr val="bg1"/>
              </a:solidFill>
              <a:latin typeface="ui-sans-serif"/>
            </a:endParaRPr>
          </a:p>
        </p:txBody>
      </p:sp>
      <p:pic>
        <p:nvPicPr>
          <p:cNvPr id="4" name="Picture 3" descr="A graph of ageing&#10;&#10;Description automatically generated">
            <a:extLst>
              <a:ext uri="{FF2B5EF4-FFF2-40B4-BE49-F238E27FC236}">
                <a16:creationId xmlns:a16="http://schemas.microsoft.com/office/drawing/2014/main" id="{9831A536-3AD2-05A3-44AE-759BC9F7B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550" y="1728848"/>
            <a:ext cx="5126898" cy="3294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935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FF8DE50-7A65-4407-ADF1-2CD17A9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5B6F84-73EF-47ED-850E-4308B2C0D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7988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0D17D2-2C0A-853A-3F42-1A2A9F106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530910"/>
          </a:xfrm>
        </p:spPr>
        <p:txBody>
          <a:bodyPr>
            <a:normAutofit/>
          </a:bodyPr>
          <a:lstStyle/>
          <a:p>
            <a:r>
              <a:rPr lang="en-US">
                <a:latin typeface="Bahnschrift"/>
              </a:rPr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6CE43-BBCE-4EDC-894F-E237D475C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2837329"/>
            <a:ext cx="5331229" cy="3339634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>
                <a:latin typeface="ui-sans-serif"/>
              </a:rPr>
              <a:t>Conclusion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dirty="0">
                <a:latin typeface="ui-sans-serif"/>
              </a:rPr>
              <a:t>Key Insights: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dirty="0">
                <a:latin typeface="ui-sans-serif"/>
              </a:rPr>
              <a:t>Females had a higher survival rate compared to males.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>
                <a:latin typeface="ui-sans-serif"/>
              </a:rPr>
              <a:t>First-class passengers had a higher survival rate than second and third-class passengers.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>
                <a:latin typeface="ui-sans-serif"/>
              </a:rPr>
              <a:t>Children had a higher survival rate compared to adults and elderly passengers.</a:t>
            </a:r>
            <a:endParaRPr lang="en-US"/>
          </a:p>
          <a:p>
            <a:pPr>
              <a:lnSpc>
                <a:spcPct val="110000"/>
              </a:lnSpc>
            </a:pPr>
            <a:endParaRPr lang="en-US">
              <a:latin typeface="ui-sans-serif"/>
            </a:endParaRPr>
          </a:p>
        </p:txBody>
      </p:sp>
      <p:pic>
        <p:nvPicPr>
          <p:cNvPr id="4" name="Picture 3" descr="A puzzle pieces arranged as a staircase&#10;&#10;Description automatically generated">
            <a:extLst>
              <a:ext uri="{FF2B5EF4-FFF2-40B4-BE49-F238E27FC236}">
                <a16:creationId xmlns:a16="http://schemas.microsoft.com/office/drawing/2014/main" id="{A0FCA2B1-476E-B9B9-C2C1-25616403783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797" r="-3" b="-3"/>
          <a:stretch/>
        </p:blipFill>
        <p:spPr>
          <a:xfrm>
            <a:off x="6095998" y="2279889"/>
            <a:ext cx="6095998" cy="457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099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9C07D3D-5CA3-4A1C-8AB8-A54493CF86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4806572-907D-4E7C-8770-C6652961E5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8885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1AF279-BD72-A6B8-0055-362CDECAE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918" y="900751"/>
            <a:ext cx="4918881" cy="5276212"/>
          </a:xfrm>
        </p:spPr>
        <p:txBody>
          <a:bodyPr anchor="ctr">
            <a:normAutofit/>
          </a:bodyPr>
          <a:lstStyle/>
          <a:p>
            <a:r>
              <a:rPr lang="en-US" dirty="0"/>
              <a:t>Name student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C5CBF-3899-5D94-78BE-48FDDCD19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900751"/>
            <a:ext cx="5220212" cy="527621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Zaid jehad </a:t>
            </a:r>
            <a:r>
              <a:rPr lang="en-US" dirty="0" err="1">
                <a:ea typeface="+mn-lt"/>
                <a:cs typeface="+mn-lt"/>
              </a:rPr>
              <a:t>Tabatebi</a:t>
            </a:r>
            <a:r>
              <a:rPr lang="en-US" dirty="0">
                <a:ea typeface="+mn-lt"/>
                <a:cs typeface="+mn-lt"/>
              </a:rPr>
              <a:t> –2110012</a:t>
            </a:r>
          </a:p>
          <a:p>
            <a:r>
              <a:rPr lang="en-US" dirty="0">
                <a:ea typeface="+mn-lt"/>
                <a:cs typeface="+mn-lt"/>
              </a:rPr>
              <a:t>Hisham </a:t>
            </a:r>
            <a:r>
              <a:rPr lang="en-US" dirty="0" err="1">
                <a:ea typeface="+mn-lt"/>
                <a:cs typeface="+mn-lt"/>
              </a:rPr>
              <a:t>AlQanneh</a:t>
            </a:r>
            <a:r>
              <a:rPr lang="en-US" dirty="0">
                <a:ea typeface="+mn-lt"/>
                <a:cs typeface="+mn-lt"/>
              </a:rPr>
              <a:t> – 2110017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276468"/>
      </p:ext>
    </p:extLst>
  </p:cSld>
  <p:clrMapOvr>
    <a:masterClrMapping/>
  </p:clrMapOvr>
</p:sld>
</file>

<file path=ppt/theme/theme1.xml><?xml version="1.0" encoding="utf-8"?>
<a:theme xmlns:a="http://schemas.openxmlformats.org/drawingml/2006/main" name="MatrixVTI">
  <a:themeElements>
    <a:clrScheme name="AnalogousFromLightSeedRightStep">
      <a:dk1>
        <a:srgbClr val="000000"/>
      </a:dk1>
      <a:lt1>
        <a:srgbClr val="FFFFFF"/>
      </a:lt1>
      <a:dk2>
        <a:srgbClr val="243541"/>
      </a:dk2>
      <a:lt2>
        <a:srgbClr val="E2E8E8"/>
      </a:lt2>
      <a:accent1>
        <a:srgbClr val="EE6F78"/>
      </a:accent1>
      <a:accent2>
        <a:srgbClr val="EA834F"/>
      </a:accent2>
      <a:accent3>
        <a:srgbClr val="C2A138"/>
      </a:accent3>
      <a:accent4>
        <a:srgbClr val="99AD3A"/>
      </a:accent4>
      <a:accent5>
        <a:srgbClr val="6FB53F"/>
      </a:accent5>
      <a:accent6>
        <a:srgbClr val="2EBC2F"/>
      </a:accent6>
      <a:hlink>
        <a:srgbClr val="568E89"/>
      </a:hlink>
      <a:folHlink>
        <a:srgbClr val="7F7F7F"/>
      </a:folHlink>
    </a:clrScheme>
    <a:fontScheme name="Custom 4">
      <a:majorFont>
        <a:latin typeface="Bahnschrif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rixVTI" id="{A2576CCC-A559-4FD4-A542-772649F65A84}" vid="{5CBC41A9-80A0-44C6-90CD-6D863034352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MatrixVTI</vt:lpstr>
      <vt:lpstr>Big Data</vt:lpstr>
      <vt:lpstr>Introduction </vt:lpstr>
      <vt:lpstr>Dataset Overview </vt:lpstr>
      <vt:lpstr>Data Processing </vt:lpstr>
      <vt:lpstr>Unique Values and Null Counts </vt:lpstr>
      <vt:lpstr>Gender Distribution </vt:lpstr>
      <vt:lpstr>Survival by Gender </vt:lpstr>
      <vt:lpstr> Survival Rate by Passenger Class </vt:lpstr>
      <vt:lpstr>Survival Rate by Age Group </vt:lpstr>
      <vt:lpstr>Gender and Class Survival Analysis </vt:lpstr>
      <vt:lpstr>Pie Charts of Survival </vt:lpstr>
      <vt:lpstr>Count of Age Groups</vt:lpstr>
      <vt:lpstr>Conclusion</vt:lpstr>
      <vt:lpstr>Name student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164</cp:revision>
  <dcterms:created xsi:type="dcterms:W3CDTF">2024-05-31T17:07:30Z</dcterms:created>
  <dcterms:modified xsi:type="dcterms:W3CDTF">2024-05-31T17:40:40Z</dcterms:modified>
</cp:coreProperties>
</file>