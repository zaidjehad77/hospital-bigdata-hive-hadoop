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715B3-AE15-D430-DE7D-CE8ACB2A191D}" v="299" dt="2024-05-31T16:20:05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d Eltabatebi" userId="S::2110012@std.aum.edu.jo::c9948272-14aa-40e5-ae95-26a7b51156ea" providerId="AD" clId="Web-{E1D715B3-AE15-D430-DE7D-CE8ACB2A191D}"/>
    <pc:docChg chg="addSld delSld modSld addMainMaster delMainMaster">
      <pc:chgData name="Zaid Eltabatebi" userId="S::2110012@std.aum.edu.jo::c9948272-14aa-40e5-ae95-26a7b51156ea" providerId="AD" clId="Web-{E1D715B3-AE15-D430-DE7D-CE8ACB2A191D}" dt="2024-05-31T16:20:05.568" v="304"/>
      <pc:docMkLst>
        <pc:docMk/>
      </pc:docMkLst>
      <pc:sldChg chg="addSp delSp modSp mod setBg modClrScheme chgLayout">
        <pc:chgData name="Zaid Eltabatebi" userId="S::2110012@std.aum.edu.jo::c9948272-14aa-40e5-ae95-26a7b51156ea" providerId="AD" clId="Web-{E1D715B3-AE15-D430-DE7D-CE8ACB2A191D}" dt="2024-05-31T16:14:18.929" v="297" actId="20577"/>
        <pc:sldMkLst>
          <pc:docMk/>
          <pc:sldMk cId="109857222" sldId="256"/>
        </pc:sldMkLst>
        <pc:spChg chg="mod">
          <ac:chgData name="Zaid Eltabatebi" userId="S::2110012@std.aum.edu.jo::c9948272-14aa-40e5-ae95-26a7b51156ea" providerId="AD" clId="Web-{E1D715B3-AE15-D430-DE7D-CE8ACB2A191D}" dt="2024-05-31T15:51:25.935" v="4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Zaid Eltabatebi" userId="S::2110012@std.aum.edu.jo::c9948272-14aa-40e5-ae95-26a7b51156ea" providerId="AD" clId="Web-{E1D715B3-AE15-D430-DE7D-CE8ACB2A191D}" dt="2024-05-31T16:14:18.929" v="297" actId="20577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Zaid Eltabatebi" userId="S::2110012@std.aum.edu.jo::c9948272-14aa-40e5-ae95-26a7b51156ea" providerId="AD" clId="Web-{E1D715B3-AE15-D430-DE7D-CE8ACB2A191D}" dt="2024-05-31T15:49:54.540" v="37"/>
          <ac:spMkLst>
            <pc:docMk/>
            <pc:sldMk cId="109857222" sldId="256"/>
            <ac:spMk id="6" creationId="{3C809F0C-8A51-2F37-C677-AB89E060BDBA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49:47.212" v="35"/>
          <ac:spMkLst>
            <pc:docMk/>
            <pc:sldMk cId="109857222" sldId="256"/>
            <ac:spMk id="9" creationId="{6CA2C65D-0168-1245-86C8-62A8A6F7B813}"/>
          </ac:spMkLst>
        </pc:spChg>
        <pc:spChg chg="add del mod">
          <ac:chgData name="Zaid Eltabatebi" userId="S::2110012@std.aum.edu.jo::c9948272-14aa-40e5-ae95-26a7b51156ea" providerId="AD" clId="Web-{E1D715B3-AE15-D430-DE7D-CE8ACB2A191D}" dt="2024-05-31T15:49:56.697" v="38"/>
          <ac:spMkLst>
            <pc:docMk/>
            <pc:sldMk cId="109857222" sldId="256"/>
            <ac:spMk id="10" creationId="{7E1A0776-0AEF-B297-6BED-74B12A12C8D3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49:47.212" v="35"/>
          <ac:spMkLst>
            <pc:docMk/>
            <pc:sldMk cId="109857222" sldId="256"/>
            <ac:spMk id="11" creationId="{12E8ED90-6D42-AE40-963A-3924EE2073F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49:47.212" v="35"/>
          <ac:spMkLst>
            <pc:docMk/>
            <pc:sldMk cId="109857222" sldId="256"/>
            <ac:spMk id="13" creationId="{755E9273-3717-C94C-9BFF-75E87E47C46A}"/>
          </ac:spMkLst>
        </pc:spChg>
        <pc:spChg chg="add del mod">
          <ac:chgData name="Zaid Eltabatebi" userId="S::2110012@std.aum.edu.jo::c9948272-14aa-40e5-ae95-26a7b51156ea" providerId="AD" clId="Web-{E1D715B3-AE15-D430-DE7D-CE8ACB2A191D}" dt="2024-05-31T15:50:00.166" v="39"/>
          <ac:spMkLst>
            <pc:docMk/>
            <pc:sldMk cId="109857222" sldId="256"/>
            <ac:spMk id="15" creationId="{69D167A9-1560-DA2D-F5A7-22ED060F651D}"/>
          </ac:spMkLst>
        </pc:spChg>
        <pc:spChg chg="add del mod">
          <ac:chgData name="Zaid Eltabatebi" userId="S::2110012@std.aum.edu.jo::c9948272-14aa-40e5-ae95-26a7b51156ea" providerId="AD" clId="Web-{E1D715B3-AE15-D430-DE7D-CE8ACB2A191D}" dt="2024-05-31T15:52:48.938" v="68"/>
          <ac:spMkLst>
            <pc:docMk/>
            <pc:sldMk cId="109857222" sldId="256"/>
            <ac:spMk id="18" creationId="{DB2A7012-A871-90AA-EBC1-87CB9032E26B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1:25.935" v="49"/>
          <ac:spMkLst>
            <pc:docMk/>
            <pc:sldMk cId="109857222" sldId="256"/>
            <ac:spMk id="20" creationId="{6CA2C65D-0168-1245-86C8-62A8A6F7B813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1:25.935" v="49"/>
          <ac:spMkLst>
            <pc:docMk/>
            <pc:sldMk cId="109857222" sldId="256"/>
            <ac:spMk id="22" creationId="{4029224B-C0FC-EC47-B248-0D4271BC7FC3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1:25.935" v="49"/>
          <ac:spMkLst>
            <pc:docMk/>
            <pc:sldMk cId="109857222" sldId="256"/>
            <ac:spMk id="24" creationId="{755E9273-3717-C94C-9BFF-75E87E47C46A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1:25.935" v="49"/>
          <ac:spMkLst>
            <pc:docMk/>
            <pc:sldMk cId="109857222" sldId="256"/>
            <ac:spMk id="29" creationId="{6CA2C65D-0168-1245-86C8-62A8A6F7B813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1:25.935" v="49"/>
          <ac:spMkLst>
            <pc:docMk/>
            <pc:sldMk cId="109857222" sldId="256"/>
            <ac:spMk id="31" creationId="{755E9273-3717-C94C-9BFF-75E87E47C46A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1:25.935" v="49"/>
          <ac:spMkLst>
            <pc:docMk/>
            <pc:sldMk cId="109857222" sldId="256"/>
            <ac:spMk id="33" creationId="{8FF2C30B-C8A1-7E4F-9E2A-C1B204E51026}"/>
          </ac:spMkLst>
        </pc:spChg>
        <pc:picChg chg="add del">
          <ac:chgData name="Zaid Eltabatebi" userId="S::2110012@std.aum.edu.jo::c9948272-14aa-40e5-ae95-26a7b51156ea" providerId="AD" clId="Web-{E1D715B3-AE15-D430-DE7D-CE8ACB2A191D}" dt="2024-05-31T15:49:16.132" v="30"/>
          <ac:picMkLst>
            <pc:docMk/>
            <pc:sldMk cId="109857222" sldId="256"/>
            <ac:picMk id="4" creationId="{4D234DB8-6E9E-0E4F-29AA-09F911DC2F4B}"/>
          </ac:picMkLst>
        </pc:picChg>
        <pc:picChg chg="add mod ord">
          <ac:chgData name="Zaid Eltabatebi" userId="S::2110012@std.aum.edu.jo::c9948272-14aa-40e5-ae95-26a7b51156ea" providerId="AD" clId="Web-{E1D715B3-AE15-D430-DE7D-CE8ACB2A191D}" dt="2024-05-31T15:51:25.935" v="49"/>
          <ac:picMkLst>
            <pc:docMk/>
            <pc:sldMk cId="109857222" sldId="256"/>
            <ac:picMk id="5" creationId="{0BE8D6DE-685C-E5F5-1CD0-3F9E0F6D7D84}"/>
          </ac:picMkLst>
        </pc:picChg>
        <pc:picChg chg="add del mod ord">
          <ac:chgData name="Zaid Eltabatebi" userId="S::2110012@std.aum.edu.jo::c9948272-14aa-40e5-ae95-26a7b51156ea" providerId="AD" clId="Web-{E1D715B3-AE15-D430-DE7D-CE8ACB2A191D}" dt="2024-05-31T15:50:17.760" v="42"/>
          <ac:picMkLst>
            <pc:docMk/>
            <pc:sldMk cId="109857222" sldId="256"/>
            <ac:picMk id="8" creationId="{C6DB9B28-AF9A-18A5-46B7-95EC5A56D288}"/>
          </ac:picMkLst>
        </pc:picChg>
        <pc:picChg chg="add mod ord">
          <ac:chgData name="Zaid Eltabatebi" userId="S::2110012@std.aum.edu.jo::c9948272-14aa-40e5-ae95-26a7b51156ea" providerId="AD" clId="Web-{E1D715B3-AE15-D430-DE7D-CE8ACB2A191D}" dt="2024-05-31T15:51:25.935" v="49"/>
          <ac:picMkLst>
            <pc:docMk/>
            <pc:sldMk cId="109857222" sldId="256"/>
            <ac:picMk id="14" creationId="{D9F95F55-A603-7B5C-9807-577B9F8767F9}"/>
          </ac:picMkLst>
        </pc:picChg>
        <pc:picChg chg="add mod">
          <ac:chgData name="Zaid Eltabatebi" userId="S::2110012@std.aum.edu.jo::c9948272-14aa-40e5-ae95-26a7b51156ea" providerId="AD" clId="Web-{E1D715B3-AE15-D430-DE7D-CE8ACB2A191D}" dt="2024-05-31T15:51:25.935" v="49"/>
          <ac:picMkLst>
            <pc:docMk/>
            <pc:sldMk cId="109857222" sldId="256"/>
            <ac:picMk id="17" creationId="{0FFE9219-5188-AF58-005F-8B07BB9E08BF}"/>
          </ac:picMkLst>
        </pc:picChg>
      </pc:sldChg>
      <pc:sldChg chg="addSp delSp modSp new mod setBg">
        <pc:chgData name="Zaid Eltabatebi" userId="S::2110012@std.aum.edu.jo::c9948272-14aa-40e5-ae95-26a7b51156ea" providerId="AD" clId="Web-{E1D715B3-AE15-D430-DE7D-CE8ACB2A191D}" dt="2024-05-31T15:53:10.580" v="72"/>
        <pc:sldMkLst>
          <pc:docMk/>
          <pc:sldMk cId="61565060" sldId="257"/>
        </pc:sldMkLst>
        <pc:spChg chg="mod">
          <ac:chgData name="Zaid Eltabatebi" userId="S::2110012@std.aum.edu.jo::c9948272-14aa-40e5-ae95-26a7b51156ea" providerId="AD" clId="Web-{E1D715B3-AE15-D430-DE7D-CE8ACB2A191D}" dt="2024-05-31T15:53:10.580" v="72"/>
          <ac:spMkLst>
            <pc:docMk/>
            <pc:sldMk cId="61565060" sldId="257"/>
            <ac:spMk id="2" creationId="{7F52FBDB-7EF2-AA2E-6CB8-4AD78E4EC930}"/>
          </ac:spMkLst>
        </pc:spChg>
        <pc:spChg chg="mod">
          <ac:chgData name="Zaid Eltabatebi" userId="S::2110012@std.aum.edu.jo::c9948272-14aa-40e5-ae95-26a7b51156ea" providerId="AD" clId="Web-{E1D715B3-AE15-D430-DE7D-CE8ACB2A191D}" dt="2024-05-31T15:53:10.580" v="72"/>
          <ac:spMkLst>
            <pc:docMk/>
            <pc:sldMk cId="61565060" sldId="257"/>
            <ac:spMk id="3" creationId="{BA79E102-D9B5-F5AB-5889-4B1DD2B6D672}"/>
          </ac:spMkLst>
        </pc:spChg>
        <pc:spChg chg="add del mod">
          <ac:chgData name="Zaid Eltabatebi" userId="S::2110012@std.aum.edu.jo::c9948272-14aa-40e5-ae95-26a7b51156ea" providerId="AD" clId="Web-{E1D715B3-AE15-D430-DE7D-CE8ACB2A191D}" dt="2024-05-31T15:52:45.219" v="66"/>
          <ac:spMkLst>
            <pc:docMk/>
            <pc:sldMk cId="61565060" sldId="257"/>
            <ac:spMk id="5" creationId="{21B73908-B807-D6B6-D5C1-4DE5B5D58075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3:10.580" v="72"/>
          <ac:spMkLst>
            <pc:docMk/>
            <pc:sldMk cId="61565060" sldId="257"/>
            <ac:spMk id="8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3:10.580" v="72"/>
          <ac:spMkLst>
            <pc:docMk/>
            <pc:sldMk cId="61565060" sldId="257"/>
            <ac:spMk id="10" creationId="{BFE11F32-4970-9344-8DCB-74356B3125CF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3:10.580" v="72"/>
          <ac:spMkLst>
            <pc:docMk/>
            <pc:sldMk cId="61565060" sldId="257"/>
            <ac:spMk id="12" creationId="{16FF562B-6BB4-A942-A885-340D8F0E4BBE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3:10.580" v="72"/>
          <ac:spMkLst>
            <pc:docMk/>
            <pc:sldMk cId="61565060" sldId="257"/>
            <ac:spMk id="14" creationId="{DCA5172B-100A-154D-8648-280629D67DD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3:10.580" v="71"/>
          <ac:spMkLst>
            <pc:docMk/>
            <pc:sldMk cId="61565060" sldId="257"/>
            <ac:spMk id="20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3:10.580" v="72"/>
          <ac:spMkLst>
            <pc:docMk/>
            <pc:sldMk cId="61565060" sldId="257"/>
            <ac:spMk id="21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3:10.580" v="71"/>
          <ac:spMkLst>
            <pc:docMk/>
            <pc:sldMk cId="61565060" sldId="257"/>
            <ac:spMk id="22" creationId="{EAB1217A-7C36-3A41-8536-BC68C4521095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3:10.580" v="72"/>
          <ac:spMkLst>
            <pc:docMk/>
            <pc:sldMk cId="61565060" sldId="257"/>
            <ac:spMk id="23" creationId="{BE50E7BE-734F-224D-B03E-074DE1D1248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3:10.580" v="71"/>
          <ac:spMkLst>
            <pc:docMk/>
            <pc:sldMk cId="61565060" sldId="257"/>
            <ac:spMk id="24" creationId="{DCA5172B-100A-154D-8648-280629D67DD0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3:10.580" v="72"/>
          <ac:spMkLst>
            <pc:docMk/>
            <pc:sldMk cId="61565060" sldId="257"/>
            <ac:spMk id="25" creationId="{DCA5172B-100A-154D-8648-280629D67DD0}"/>
          </ac:spMkLst>
        </pc:spChg>
        <pc:picChg chg="add del mod">
          <ac:chgData name="Zaid Eltabatebi" userId="S::2110012@std.aum.edu.jo::c9948272-14aa-40e5-ae95-26a7b51156ea" providerId="AD" clId="Web-{E1D715B3-AE15-D430-DE7D-CE8ACB2A191D}" dt="2024-05-31T15:52:45.219" v="67"/>
          <ac:picMkLst>
            <pc:docMk/>
            <pc:sldMk cId="61565060" sldId="257"/>
            <ac:picMk id="4" creationId="{C1EC38DE-9F63-9FE7-D263-C2B6D58ED03A}"/>
          </ac:picMkLst>
        </pc:picChg>
        <pc:picChg chg="add del">
          <ac:chgData name="Zaid Eltabatebi" userId="S::2110012@std.aum.edu.jo::c9948272-14aa-40e5-ae95-26a7b51156ea" providerId="AD" clId="Web-{E1D715B3-AE15-D430-DE7D-CE8ACB2A191D}" dt="2024-05-31T15:53:10.580" v="71"/>
          <ac:picMkLst>
            <pc:docMk/>
            <pc:sldMk cId="61565060" sldId="257"/>
            <ac:picMk id="16" creationId="{D9F82EB5-7A63-DC74-088F-56CE2C2DEE5D}"/>
          </ac:picMkLst>
        </pc:picChg>
        <pc:picChg chg="add">
          <ac:chgData name="Zaid Eltabatebi" userId="S::2110012@std.aum.edu.jo::c9948272-14aa-40e5-ae95-26a7b51156ea" providerId="AD" clId="Web-{E1D715B3-AE15-D430-DE7D-CE8ACB2A191D}" dt="2024-05-31T15:53:10.580" v="72"/>
          <ac:picMkLst>
            <pc:docMk/>
            <pc:sldMk cId="61565060" sldId="257"/>
            <ac:picMk id="18" creationId="{AF3BE869-1857-7E3A-F22F-F6FFAAB7C77D}"/>
          </ac:picMkLst>
        </pc:picChg>
      </pc:sldChg>
      <pc:sldChg chg="addSp modSp new mod setBg">
        <pc:chgData name="Zaid Eltabatebi" userId="S::2110012@std.aum.edu.jo::c9948272-14aa-40e5-ae95-26a7b51156ea" providerId="AD" clId="Web-{E1D715B3-AE15-D430-DE7D-CE8ACB2A191D}" dt="2024-05-31T15:53:47.409" v="82"/>
        <pc:sldMkLst>
          <pc:docMk/>
          <pc:sldMk cId="3602230523" sldId="258"/>
        </pc:sldMkLst>
        <pc:spChg chg="mod">
          <ac:chgData name="Zaid Eltabatebi" userId="S::2110012@std.aum.edu.jo::c9948272-14aa-40e5-ae95-26a7b51156ea" providerId="AD" clId="Web-{E1D715B3-AE15-D430-DE7D-CE8ACB2A191D}" dt="2024-05-31T15:53:47.409" v="82"/>
          <ac:spMkLst>
            <pc:docMk/>
            <pc:sldMk cId="3602230523" sldId="258"/>
            <ac:spMk id="2" creationId="{497AEBF1-359E-9C68-A7AA-3767550226CA}"/>
          </ac:spMkLst>
        </pc:spChg>
        <pc:spChg chg="mod">
          <ac:chgData name="Zaid Eltabatebi" userId="S::2110012@std.aum.edu.jo::c9948272-14aa-40e5-ae95-26a7b51156ea" providerId="AD" clId="Web-{E1D715B3-AE15-D430-DE7D-CE8ACB2A191D}" dt="2024-05-31T15:53:47.409" v="82"/>
          <ac:spMkLst>
            <pc:docMk/>
            <pc:sldMk cId="3602230523" sldId="258"/>
            <ac:spMk id="3" creationId="{46DA3B29-D38A-EF78-097E-7D61E46EDD4B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3:47.409" v="82"/>
          <ac:spMkLst>
            <pc:docMk/>
            <pc:sldMk cId="3602230523" sldId="258"/>
            <ac:spMk id="9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3:47.409" v="82"/>
          <ac:spMkLst>
            <pc:docMk/>
            <pc:sldMk cId="3602230523" sldId="258"/>
            <ac:spMk id="11" creationId="{A12C7CBA-A034-9548-BC45-D37C25C0087C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3:47.409" v="82"/>
          <ac:spMkLst>
            <pc:docMk/>
            <pc:sldMk cId="3602230523" sldId="258"/>
            <ac:spMk id="13" creationId="{5449ED22-D9F5-F848-A98A-7181D4EE7A7B}"/>
          </ac:spMkLst>
        </pc:spChg>
        <pc:picChg chg="add">
          <ac:chgData name="Zaid Eltabatebi" userId="S::2110012@std.aum.edu.jo::c9948272-14aa-40e5-ae95-26a7b51156ea" providerId="AD" clId="Web-{E1D715B3-AE15-D430-DE7D-CE8ACB2A191D}" dt="2024-05-31T15:53:47.409" v="82"/>
          <ac:picMkLst>
            <pc:docMk/>
            <pc:sldMk cId="3602230523" sldId="258"/>
            <ac:picMk id="5" creationId="{23EC2D3C-E44C-B06D-6619-A9FECC12210B}"/>
          </ac:picMkLst>
        </pc:picChg>
      </pc:sldChg>
      <pc:sldChg chg="addSp delSp modSp new mod setBg">
        <pc:chgData name="Zaid Eltabatebi" userId="S::2110012@std.aum.edu.jo::c9948272-14aa-40e5-ae95-26a7b51156ea" providerId="AD" clId="Web-{E1D715B3-AE15-D430-DE7D-CE8ACB2A191D}" dt="2024-05-31T15:56:09.087" v="121" actId="20577"/>
        <pc:sldMkLst>
          <pc:docMk/>
          <pc:sldMk cId="2079669727" sldId="259"/>
        </pc:sldMkLst>
        <pc:spChg chg="mod">
          <ac:chgData name="Zaid Eltabatebi" userId="S::2110012@std.aum.edu.jo::c9948272-14aa-40e5-ae95-26a7b51156ea" providerId="AD" clId="Web-{E1D715B3-AE15-D430-DE7D-CE8ACB2A191D}" dt="2024-05-31T15:55:36.086" v="106"/>
          <ac:spMkLst>
            <pc:docMk/>
            <pc:sldMk cId="2079669727" sldId="259"/>
            <ac:spMk id="2" creationId="{88B4B1CC-7F81-512E-3093-133EC8384C5F}"/>
          </ac:spMkLst>
        </pc:spChg>
        <pc:spChg chg="mod">
          <ac:chgData name="Zaid Eltabatebi" userId="S::2110012@std.aum.edu.jo::c9948272-14aa-40e5-ae95-26a7b51156ea" providerId="AD" clId="Web-{E1D715B3-AE15-D430-DE7D-CE8ACB2A191D}" dt="2024-05-31T15:56:09.087" v="121" actId="20577"/>
          <ac:spMkLst>
            <pc:docMk/>
            <pc:sldMk cId="2079669727" sldId="259"/>
            <ac:spMk id="3" creationId="{3F3D0111-1737-1216-0BD8-425FF7B360E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4:42.662" v="91"/>
          <ac:spMkLst>
            <pc:docMk/>
            <pc:sldMk cId="2079669727" sldId="259"/>
            <ac:spMk id="10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4:42.662" v="91"/>
          <ac:spMkLst>
            <pc:docMk/>
            <pc:sldMk cId="2079669727" sldId="259"/>
            <ac:spMk id="12" creationId="{BE50E7BE-734F-224D-B03E-074DE1D1248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4:42.662" v="91"/>
          <ac:spMkLst>
            <pc:docMk/>
            <pc:sldMk cId="2079669727" sldId="259"/>
            <ac:spMk id="14" creationId="{DCA5172B-100A-154D-8648-280629D67DD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5:36.086" v="106"/>
          <ac:spMkLst>
            <pc:docMk/>
            <pc:sldMk cId="2079669727" sldId="259"/>
            <ac:spMk id="19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5:36.086" v="106"/>
          <ac:spMkLst>
            <pc:docMk/>
            <pc:sldMk cId="2079669727" sldId="259"/>
            <ac:spMk id="21" creationId="{BE50E7BE-734F-224D-B03E-074DE1D1248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5:36.086" v="106"/>
          <ac:spMkLst>
            <pc:docMk/>
            <pc:sldMk cId="2079669727" sldId="259"/>
            <ac:spMk id="23" creationId="{DCA5172B-100A-154D-8648-280629D67DD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5:32.789" v="103"/>
          <ac:spMkLst>
            <pc:docMk/>
            <pc:sldMk cId="2079669727" sldId="259"/>
            <ac:spMk id="30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5:32.789" v="103"/>
          <ac:spMkLst>
            <pc:docMk/>
            <pc:sldMk cId="2079669727" sldId="259"/>
            <ac:spMk id="32" creationId="{BE50E7BE-734F-224D-B03E-074DE1D1248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5:32.789" v="103"/>
          <ac:spMkLst>
            <pc:docMk/>
            <pc:sldMk cId="2079669727" sldId="259"/>
            <ac:spMk id="34" creationId="{DCA5172B-100A-154D-8648-280629D67DD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5:36.086" v="105"/>
          <ac:spMkLst>
            <pc:docMk/>
            <pc:sldMk cId="2079669727" sldId="259"/>
            <ac:spMk id="36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5:36.086" v="105"/>
          <ac:spMkLst>
            <pc:docMk/>
            <pc:sldMk cId="2079669727" sldId="259"/>
            <ac:spMk id="37" creationId="{BE50E7BE-734F-224D-B03E-074DE1D1248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5:36.086" v="105"/>
          <ac:spMkLst>
            <pc:docMk/>
            <pc:sldMk cId="2079669727" sldId="259"/>
            <ac:spMk id="38" creationId="{DCA5172B-100A-154D-8648-280629D67DD0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5:36.086" v="106"/>
          <ac:spMkLst>
            <pc:docMk/>
            <pc:sldMk cId="2079669727" sldId="259"/>
            <ac:spMk id="41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5:36.086" v="106"/>
          <ac:spMkLst>
            <pc:docMk/>
            <pc:sldMk cId="2079669727" sldId="259"/>
            <ac:spMk id="43" creationId="{BE50E7BE-734F-224D-B03E-074DE1D12480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5:36.086" v="106"/>
          <ac:spMkLst>
            <pc:docMk/>
            <pc:sldMk cId="2079669727" sldId="259"/>
            <ac:spMk id="44" creationId="{DCA5172B-100A-154D-8648-280629D67DD0}"/>
          </ac:spMkLst>
        </pc:spChg>
        <pc:picChg chg="add del mod">
          <ac:chgData name="Zaid Eltabatebi" userId="S::2110012@std.aum.edu.jo::c9948272-14aa-40e5-ae95-26a7b51156ea" providerId="AD" clId="Web-{E1D715B3-AE15-D430-DE7D-CE8ACB2A191D}" dt="2024-05-31T15:55:12.428" v="101"/>
          <ac:picMkLst>
            <pc:docMk/>
            <pc:sldMk cId="2079669727" sldId="259"/>
            <ac:picMk id="7" creationId="{466FCA29-0B3A-EC34-A451-342D9A62C367}"/>
          </ac:picMkLst>
        </pc:picChg>
        <pc:picChg chg="add del">
          <ac:chgData name="Zaid Eltabatebi" userId="S::2110012@std.aum.edu.jo::c9948272-14aa-40e5-ae95-26a7b51156ea" providerId="AD" clId="Web-{E1D715B3-AE15-D430-DE7D-CE8ACB2A191D}" dt="2024-05-31T15:55:32.789" v="103"/>
          <ac:picMkLst>
            <pc:docMk/>
            <pc:sldMk cId="2079669727" sldId="259"/>
            <ac:picMk id="27" creationId="{605BC24D-FC6E-4070-03CE-908469CC92C1}"/>
          </ac:picMkLst>
        </pc:picChg>
        <pc:picChg chg="add del">
          <ac:chgData name="Zaid Eltabatebi" userId="S::2110012@std.aum.edu.jo::c9948272-14aa-40e5-ae95-26a7b51156ea" providerId="AD" clId="Web-{E1D715B3-AE15-D430-DE7D-CE8ACB2A191D}" dt="2024-05-31T15:55:36.086" v="105"/>
          <ac:picMkLst>
            <pc:docMk/>
            <pc:sldMk cId="2079669727" sldId="259"/>
            <ac:picMk id="39" creationId="{99D99016-089A-8781-C9F2-997FD1FD0FCF}"/>
          </ac:picMkLst>
        </pc:picChg>
        <pc:picChg chg="add">
          <ac:chgData name="Zaid Eltabatebi" userId="S::2110012@std.aum.edu.jo::c9948272-14aa-40e5-ae95-26a7b51156ea" providerId="AD" clId="Web-{E1D715B3-AE15-D430-DE7D-CE8ACB2A191D}" dt="2024-05-31T15:55:36.086" v="106"/>
          <ac:picMkLst>
            <pc:docMk/>
            <pc:sldMk cId="2079669727" sldId="259"/>
            <ac:picMk id="42" creationId="{04FE6019-4DD4-3E44-B0A4-9515F6BC6E6F}"/>
          </ac:picMkLst>
        </pc:picChg>
      </pc:sldChg>
      <pc:sldChg chg="addSp delSp modSp new del mod setBg">
        <pc:chgData name="Zaid Eltabatebi" userId="S::2110012@std.aum.edu.jo::c9948272-14aa-40e5-ae95-26a7b51156ea" providerId="AD" clId="Web-{E1D715B3-AE15-D430-DE7D-CE8ACB2A191D}" dt="2024-05-31T16:05:27.766" v="221"/>
        <pc:sldMkLst>
          <pc:docMk/>
          <pc:sldMk cId="3366427747" sldId="260"/>
        </pc:sldMkLst>
        <pc:spChg chg="mod">
          <ac:chgData name="Zaid Eltabatebi" userId="S::2110012@std.aum.edu.jo::c9948272-14aa-40e5-ae95-26a7b51156ea" providerId="AD" clId="Web-{E1D715B3-AE15-D430-DE7D-CE8ACB2A191D}" dt="2024-05-31T16:02:43.103" v="200" actId="14100"/>
          <ac:spMkLst>
            <pc:docMk/>
            <pc:sldMk cId="3366427747" sldId="260"/>
            <ac:spMk id="2" creationId="{F50E6540-5D0E-9698-652B-76204C7A7BC4}"/>
          </ac:spMkLst>
        </pc:spChg>
        <pc:spChg chg="mod">
          <ac:chgData name="Zaid Eltabatebi" userId="S::2110012@std.aum.edu.jo::c9948272-14aa-40e5-ae95-26a7b51156ea" providerId="AD" clId="Web-{E1D715B3-AE15-D430-DE7D-CE8ACB2A191D}" dt="2024-05-31T16:03:42.371" v="204" actId="14100"/>
          <ac:spMkLst>
            <pc:docMk/>
            <pc:sldMk cId="3366427747" sldId="260"/>
            <ac:spMk id="3" creationId="{D1E984CF-FC33-7058-84B0-1A72EF5008E2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9:27.767" v="142"/>
          <ac:spMkLst>
            <pc:docMk/>
            <pc:sldMk cId="3366427747" sldId="260"/>
            <ac:spMk id="8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9:27.767" v="142"/>
          <ac:spMkLst>
            <pc:docMk/>
            <pc:sldMk cId="3366427747" sldId="260"/>
            <ac:spMk id="10" creationId="{BFE11F32-4970-9344-8DCB-74356B3125CF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9:27.767" v="142"/>
          <ac:spMkLst>
            <pc:docMk/>
            <pc:sldMk cId="3366427747" sldId="260"/>
            <ac:spMk id="12" creationId="{16FF562B-6BB4-A942-A885-340D8F0E4BBE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5:59:27.767" v="142"/>
          <ac:spMkLst>
            <pc:docMk/>
            <pc:sldMk cId="3366427747" sldId="260"/>
            <ac:spMk id="14" creationId="{DCA5172B-100A-154D-8648-280629D67DD0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9:27.767" v="142"/>
          <ac:spMkLst>
            <pc:docMk/>
            <pc:sldMk cId="3366427747" sldId="260"/>
            <ac:spMk id="19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9:27.767" v="142"/>
          <ac:spMkLst>
            <pc:docMk/>
            <pc:sldMk cId="3366427747" sldId="260"/>
            <ac:spMk id="21" creationId="{BE50E7BE-734F-224D-B03E-074DE1D12480}"/>
          </ac:spMkLst>
        </pc:spChg>
        <pc:spChg chg="add">
          <ac:chgData name="Zaid Eltabatebi" userId="S::2110012@std.aum.edu.jo::c9948272-14aa-40e5-ae95-26a7b51156ea" providerId="AD" clId="Web-{E1D715B3-AE15-D430-DE7D-CE8ACB2A191D}" dt="2024-05-31T15:59:27.767" v="142"/>
          <ac:spMkLst>
            <pc:docMk/>
            <pc:sldMk cId="3366427747" sldId="260"/>
            <ac:spMk id="23" creationId="{DCA5172B-100A-154D-8648-280629D67DD0}"/>
          </ac:spMkLst>
        </pc:spChg>
        <pc:picChg chg="add del mod">
          <ac:chgData name="Zaid Eltabatebi" userId="S::2110012@std.aum.edu.jo::c9948272-14aa-40e5-ae95-26a7b51156ea" providerId="AD" clId="Web-{E1D715B3-AE15-D430-DE7D-CE8ACB2A191D}" dt="2024-05-31T15:59:42.330" v="147"/>
          <ac:picMkLst>
            <pc:docMk/>
            <pc:sldMk cId="3366427747" sldId="260"/>
            <ac:picMk id="4" creationId="{2CD1F773-5A26-3570-2E4C-D87084CA517F}"/>
          </ac:picMkLst>
        </pc:picChg>
        <pc:picChg chg="add mod">
          <ac:chgData name="Zaid Eltabatebi" userId="S::2110012@std.aum.edu.jo::c9948272-14aa-40e5-ae95-26a7b51156ea" providerId="AD" clId="Web-{E1D715B3-AE15-D430-DE7D-CE8ACB2A191D}" dt="2024-05-31T16:03:04.057" v="202" actId="14100"/>
          <ac:picMkLst>
            <pc:docMk/>
            <pc:sldMk cId="3366427747" sldId="260"/>
            <ac:picMk id="5" creationId="{90E1B897-3514-E959-D5A0-226DC27283A3}"/>
          </ac:picMkLst>
        </pc:picChg>
      </pc:sldChg>
      <pc:sldChg chg="addSp modSp new mod setBg">
        <pc:chgData name="Zaid Eltabatebi" userId="S::2110012@std.aum.edu.jo::c9948272-14aa-40e5-ae95-26a7b51156ea" providerId="AD" clId="Web-{E1D715B3-AE15-D430-DE7D-CE8ACB2A191D}" dt="2024-05-31T16:05:14.234" v="220"/>
        <pc:sldMkLst>
          <pc:docMk/>
          <pc:sldMk cId="1252988164" sldId="261"/>
        </pc:sldMkLst>
        <pc:spChg chg="mod">
          <ac:chgData name="Zaid Eltabatebi" userId="S::2110012@std.aum.edu.jo::c9948272-14aa-40e5-ae95-26a7b51156ea" providerId="AD" clId="Web-{E1D715B3-AE15-D430-DE7D-CE8ACB2A191D}" dt="2024-05-31T16:05:14.234" v="220"/>
          <ac:spMkLst>
            <pc:docMk/>
            <pc:sldMk cId="1252988164" sldId="261"/>
            <ac:spMk id="2" creationId="{6A0E2AD2-A296-29E0-31F6-C38B9177D66D}"/>
          </ac:spMkLst>
        </pc:spChg>
        <pc:spChg chg="mod">
          <ac:chgData name="Zaid Eltabatebi" userId="S::2110012@std.aum.edu.jo::c9948272-14aa-40e5-ae95-26a7b51156ea" providerId="AD" clId="Web-{E1D715B3-AE15-D430-DE7D-CE8ACB2A191D}" dt="2024-05-31T16:05:14.234" v="220"/>
          <ac:spMkLst>
            <pc:docMk/>
            <pc:sldMk cId="1252988164" sldId="261"/>
            <ac:spMk id="3" creationId="{DC80DC6E-F8AD-1046-3D61-FB43E50ACB06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5:14.234" v="220"/>
          <ac:spMkLst>
            <pc:docMk/>
            <pc:sldMk cId="1252988164" sldId="261"/>
            <ac:spMk id="9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5:14.234" v="220"/>
          <ac:spMkLst>
            <pc:docMk/>
            <pc:sldMk cId="1252988164" sldId="261"/>
            <ac:spMk id="11" creationId="{BE50E7BE-734F-224D-B03E-074DE1D12480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5:14.234" v="220"/>
          <ac:spMkLst>
            <pc:docMk/>
            <pc:sldMk cId="1252988164" sldId="261"/>
            <ac:spMk id="13" creationId="{DCA5172B-100A-154D-8648-280629D67DD0}"/>
          </ac:spMkLst>
        </pc:spChg>
        <pc:picChg chg="add mod">
          <ac:chgData name="Zaid Eltabatebi" userId="S::2110012@std.aum.edu.jo::c9948272-14aa-40e5-ae95-26a7b51156ea" providerId="AD" clId="Web-{E1D715B3-AE15-D430-DE7D-CE8ACB2A191D}" dt="2024-05-31T16:05:14.234" v="220"/>
          <ac:picMkLst>
            <pc:docMk/>
            <pc:sldMk cId="1252988164" sldId="261"/>
            <ac:picMk id="4" creationId="{7C8BDE72-5A5A-A015-7B4D-0685A138DF5F}"/>
          </ac:picMkLst>
        </pc:picChg>
      </pc:sldChg>
      <pc:sldChg chg="addSp delSp modSp new mod setBg">
        <pc:chgData name="Zaid Eltabatebi" userId="S::2110012@std.aum.edu.jo::c9948272-14aa-40e5-ae95-26a7b51156ea" providerId="AD" clId="Web-{E1D715B3-AE15-D430-DE7D-CE8ACB2A191D}" dt="2024-05-31T16:06:28.253" v="236" actId="20577"/>
        <pc:sldMkLst>
          <pc:docMk/>
          <pc:sldMk cId="2539557826" sldId="262"/>
        </pc:sldMkLst>
        <pc:spChg chg="mod">
          <ac:chgData name="Zaid Eltabatebi" userId="S::2110012@std.aum.edu.jo::c9948272-14aa-40e5-ae95-26a7b51156ea" providerId="AD" clId="Web-{E1D715B3-AE15-D430-DE7D-CE8ACB2A191D}" dt="2024-05-31T16:06:22.362" v="233"/>
          <ac:spMkLst>
            <pc:docMk/>
            <pc:sldMk cId="2539557826" sldId="262"/>
            <ac:spMk id="2" creationId="{32726683-7155-854F-DFC7-EBBB788B94BF}"/>
          </ac:spMkLst>
        </pc:spChg>
        <pc:spChg chg="mod">
          <ac:chgData name="Zaid Eltabatebi" userId="S::2110012@std.aum.edu.jo::c9948272-14aa-40e5-ae95-26a7b51156ea" providerId="AD" clId="Web-{E1D715B3-AE15-D430-DE7D-CE8ACB2A191D}" dt="2024-05-31T16:06:28.253" v="236" actId="20577"/>
          <ac:spMkLst>
            <pc:docMk/>
            <pc:sldMk cId="2539557826" sldId="262"/>
            <ac:spMk id="3" creationId="{920B2205-1864-6DF7-7DA0-2FBEF4259001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6:19.425" v="230"/>
          <ac:spMkLst>
            <pc:docMk/>
            <pc:sldMk cId="2539557826" sldId="262"/>
            <ac:spMk id="10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6:19.425" v="230"/>
          <ac:spMkLst>
            <pc:docMk/>
            <pc:sldMk cId="2539557826" sldId="262"/>
            <ac:spMk id="12" creationId="{FB1CD9BE-93F1-ED44-946B-8354D74B0B9F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6:19.425" v="230"/>
          <ac:spMkLst>
            <pc:docMk/>
            <pc:sldMk cId="2539557826" sldId="262"/>
            <ac:spMk id="14" creationId="{882E6E09-FCB0-5F41-8BAE-C0581D54B5FD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6:19.425" v="230"/>
          <ac:spMkLst>
            <pc:docMk/>
            <pc:sldMk cId="2539557826" sldId="262"/>
            <ac:spMk id="16" creationId="{D269DB01-9C3C-7841-B8E8-6FDFEF70CB7D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6:22.347" v="232"/>
          <ac:spMkLst>
            <pc:docMk/>
            <pc:sldMk cId="2539557826" sldId="262"/>
            <ac:spMk id="18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6:22.347" v="232"/>
          <ac:spMkLst>
            <pc:docMk/>
            <pc:sldMk cId="2539557826" sldId="262"/>
            <ac:spMk id="19" creationId="{882E6E09-FCB0-5F41-8BAE-C0581D54B5FD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6:22.347" v="232"/>
          <ac:spMkLst>
            <pc:docMk/>
            <pc:sldMk cId="2539557826" sldId="262"/>
            <ac:spMk id="20" creationId="{BE8B9AAF-3BFF-3546-915C-8BDE34AD7C89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6:22.347" v="232"/>
          <ac:spMkLst>
            <pc:docMk/>
            <pc:sldMk cId="2539557826" sldId="262"/>
            <ac:spMk id="21" creationId="{90012D5C-1270-714B-AFB4-7E632827BA5B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6:22.362" v="233"/>
          <ac:spMkLst>
            <pc:docMk/>
            <pc:sldMk cId="2539557826" sldId="262"/>
            <ac:spMk id="23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6:22.362" v="233"/>
          <ac:spMkLst>
            <pc:docMk/>
            <pc:sldMk cId="2539557826" sldId="262"/>
            <ac:spMk id="24" creationId="{FB1CD9BE-93F1-ED44-946B-8354D74B0B9F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6:22.362" v="233"/>
          <ac:spMkLst>
            <pc:docMk/>
            <pc:sldMk cId="2539557826" sldId="262"/>
            <ac:spMk id="25" creationId="{882E6E09-FCB0-5F41-8BAE-C0581D54B5FD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6:22.362" v="233"/>
          <ac:spMkLst>
            <pc:docMk/>
            <pc:sldMk cId="2539557826" sldId="262"/>
            <ac:spMk id="26" creationId="{D269DB01-9C3C-7841-B8E8-6FDFEF70CB7D}"/>
          </ac:spMkLst>
        </pc:spChg>
        <pc:picChg chg="add mod">
          <ac:chgData name="Zaid Eltabatebi" userId="S::2110012@std.aum.edu.jo::c9948272-14aa-40e5-ae95-26a7b51156ea" providerId="AD" clId="Web-{E1D715B3-AE15-D430-DE7D-CE8ACB2A191D}" dt="2024-05-31T16:06:22.362" v="233"/>
          <ac:picMkLst>
            <pc:docMk/>
            <pc:sldMk cId="2539557826" sldId="262"/>
            <ac:picMk id="4" creationId="{0117EA61-E7C4-8C21-200E-7D759CD2376D}"/>
          </ac:picMkLst>
        </pc:picChg>
      </pc:sldChg>
      <pc:sldChg chg="addSp modSp new mod setBg">
        <pc:chgData name="Zaid Eltabatebi" userId="S::2110012@std.aum.edu.jo::c9948272-14aa-40e5-ae95-26a7b51156ea" providerId="AD" clId="Web-{E1D715B3-AE15-D430-DE7D-CE8ACB2A191D}" dt="2024-05-31T16:07:06.005" v="246"/>
        <pc:sldMkLst>
          <pc:docMk/>
          <pc:sldMk cId="2074345469" sldId="263"/>
        </pc:sldMkLst>
        <pc:spChg chg="mod">
          <ac:chgData name="Zaid Eltabatebi" userId="S::2110012@std.aum.edu.jo::c9948272-14aa-40e5-ae95-26a7b51156ea" providerId="AD" clId="Web-{E1D715B3-AE15-D430-DE7D-CE8ACB2A191D}" dt="2024-05-31T16:07:06.005" v="246"/>
          <ac:spMkLst>
            <pc:docMk/>
            <pc:sldMk cId="2074345469" sldId="263"/>
            <ac:spMk id="2" creationId="{B19E14E5-3B1A-53EB-19A0-084465C0E2AA}"/>
          </ac:spMkLst>
        </pc:spChg>
        <pc:spChg chg="mod">
          <ac:chgData name="Zaid Eltabatebi" userId="S::2110012@std.aum.edu.jo::c9948272-14aa-40e5-ae95-26a7b51156ea" providerId="AD" clId="Web-{E1D715B3-AE15-D430-DE7D-CE8ACB2A191D}" dt="2024-05-31T16:07:06.005" v="246"/>
          <ac:spMkLst>
            <pc:docMk/>
            <pc:sldMk cId="2074345469" sldId="263"/>
            <ac:spMk id="3" creationId="{D12D05CA-2DF4-56ED-BF82-DCF0659418EC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7:06.005" v="246"/>
          <ac:spMkLst>
            <pc:docMk/>
            <pc:sldMk cId="2074345469" sldId="263"/>
            <ac:spMk id="8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7:06.005" v="246"/>
          <ac:spMkLst>
            <pc:docMk/>
            <pc:sldMk cId="2074345469" sldId="263"/>
            <ac:spMk id="10" creationId="{BFE11F32-4970-9344-8DCB-74356B3125CF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7:06.005" v="246"/>
          <ac:spMkLst>
            <pc:docMk/>
            <pc:sldMk cId="2074345469" sldId="263"/>
            <ac:spMk id="12" creationId="{16FF562B-6BB4-A942-A885-340D8F0E4BBE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7:06.005" v="246"/>
          <ac:spMkLst>
            <pc:docMk/>
            <pc:sldMk cId="2074345469" sldId="263"/>
            <ac:spMk id="14" creationId="{DCA5172B-100A-154D-8648-280629D67DD0}"/>
          </ac:spMkLst>
        </pc:spChg>
      </pc:sldChg>
      <pc:sldChg chg="addSp delSp modSp new mod setBg">
        <pc:chgData name="Zaid Eltabatebi" userId="S::2110012@std.aum.edu.jo::c9948272-14aa-40e5-ae95-26a7b51156ea" providerId="AD" clId="Web-{E1D715B3-AE15-D430-DE7D-CE8ACB2A191D}" dt="2024-05-31T16:16:38.794" v="300" actId="1076"/>
        <pc:sldMkLst>
          <pc:docMk/>
          <pc:sldMk cId="2830080486" sldId="264"/>
        </pc:sldMkLst>
        <pc:spChg chg="mod">
          <ac:chgData name="Zaid Eltabatebi" userId="S::2110012@std.aum.edu.jo::c9948272-14aa-40e5-ae95-26a7b51156ea" providerId="AD" clId="Web-{E1D715B3-AE15-D430-DE7D-CE8ACB2A191D}" dt="2024-05-31T16:09:09.869" v="261"/>
          <ac:spMkLst>
            <pc:docMk/>
            <pc:sldMk cId="2830080486" sldId="264"/>
            <ac:spMk id="2" creationId="{B530E21D-AB07-3EF1-A5B3-24CE75339F6B}"/>
          </ac:spMkLst>
        </pc:spChg>
        <pc:spChg chg="mod">
          <ac:chgData name="Zaid Eltabatebi" userId="S::2110012@std.aum.edu.jo::c9948272-14aa-40e5-ae95-26a7b51156ea" providerId="AD" clId="Web-{E1D715B3-AE15-D430-DE7D-CE8ACB2A191D}" dt="2024-05-31T16:09:09.869" v="261"/>
          <ac:spMkLst>
            <pc:docMk/>
            <pc:sldMk cId="2830080486" sldId="264"/>
            <ac:spMk id="3" creationId="{60852BDF-70FD-9FD7-653F-A7080A6F7646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9:04.353" v="258"/>
          <ac:spMkLst>
            <pc:docMk/>
            <pc:sldMk cId="2830080486" sldId="264"/>
            <ac:spMk id="10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9:04.353" v="258"/>
          <ac:spMkLst>
            <pc:docMk/>
            <pc:sldMk cId="2830080486" sldId="264"/>
            <ac:spMk id="12" creationId="{BE50E7BE-734F-224D-B03E-074DE1D1248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9:04.353" v="258"/>
          <ac:spMkLst>
            <pc:docMk/>
            <pc:sldMk cId="2830080486" sldId="264"/>
            <ac:spMk id="14" creationId="{DCA5172B-100A-154D-8648-280629D67DD0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9:09.869" v="260"/>
          <ac:spMkLst>
            <pc:docMk/>
            <pc:sldMk cId="2830080486" sldId="264"/>
            <ac:spMk id="16" creationId="{579E3846-8D0B-B14A-817A-7FAC9DDAB4D8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9:09.869" v="260"/>
          <ac:spMkLst>
            <pc:docMk/>
            <pc:sldMk cId="2830080486" sldId="264"/>
            <ac:spMk id="17" creationId="{EAB1217A-7C36-3A41-8536-BC68C4521095}"/>
          </ac:spMkLst>
        </pc:spChg>
        <pc:spChg chg="add del">
          <ac:chgData name="Zaid Eltabatebi" userId="S::2110012@std.aum.edu.jo::c9948272-14aa-40e5-ae95-26a7b51156ea" providerId="AD" clId="Web-{E1D715B3-AE15-D430-DE7D-CE8ACB2A191D}" dt="2024-05-31T16:09:09.869" v="260"/>
          <ac:spMkLst>
            <pc:docMk/>
            <pc:sldMk cId="2830080486" sldId="264"/>
            <ac:spMk id="18" creationId="{DCA5172B-100A-154D-8648-280629D67DD0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9:09.869" v="261"/>
          <ac:spMkLst>
            <pc:docMk/>
            <pc:sldMk cId="2830080486" sldId="264"/>
            <ac:spMk id="20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9:09.869" v="261"/>
          <ac:spMkLst>
            <pc:docMk/>
            <pc:sldMk cId="2830080486" sldId="264"/>
            <ac:spMk id="21" creationId="{BE50E7BE-734F-224D-B03E-074DE1D12480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09:09.869" v="261"/>
          <ac:spMkLst>
            <pc:docMk/>
            <pc:sldMk cId="2830080486" sldId="264"/>
            <ac:spMk id="22" creationId="{DCA5172B-100A-154D-8648-280629D67DD0}"/>
          </ac:spMkLst>
        </pc:spChg>
        <pc:picChg chg="add del mod">
          <ac:chgData name="Zaid Eltabatebi" userId="S::2110012@std.aum.edu.jo::c9948272-14aa-40e5-ae95-26a7b51156ea" providerId="AD" clId="Web-{E1D715B3-AE15-D430-DE7D-CE8ACB2A191D}" dt="2024-05-31T16:08:31.571" v="255"/>
          <ac:picMkLst>
            <pc:docMk/>
            <pc:sldMk cId="2830080486" sldId="264"/>
            <ac:picMk id="4" creationId="{821DD948-1898-6B19-968F-C4693A451BE2}"/>
          </ac:picMkLst>
        </pc:picChg>
        <pc:picChg chg="add mod">
          <ac:chgData name="Zaid Eltabatebi" userId="S::2110012@std.aum.edu.jo::c9948272-14aa-40e5-ae95-26a7b51156ea" providerId="AD" clId="Web-{E1D715B3-AE15-D430-DE7D-CE8ACB2A191D}" dt="2024-05-31T16:16:38.794" v="300" actId="1076"/>
          <ac:picMkLst>
            <pc:docMk/>
            <pc:sldMk cId="2830080486" sldId="264"/>
            <ac:picMk id="5" creationId="{8B3DCD9D-3E59-BF9F-6F2F-F0311A2FB01F}"/>
          </ac:picMkLst>
        </pc:picChg>
      </pc:sldChg>
      <pc:sldChg chg="addSp modSp new mod setBg">
        <pc:chgData name="Zaid Eltabatebi" userId="S::2110012@std.aum.edu.jo::c9948272-14aa-40e5-ae95-26a7b51156ea" providerId="AD" clId="Web-{E1D715B3-AE15-D430-DE7D-CE8ACB2A191D}" dt="2024-05-31T16:12:14.830" v="286"/>
        <pc:sldMkLst>
          <pc:docMk/>
          <pc:sldMk cId="3118587994" sldId="265"/>
        </pc:sldMkLst>
        <pc:spChg chg="mod">
          <ac:chgData name="Zaid Eltabatebi" userId="S::2110012@std.aum.edu.jo::c9948272-14aa-40e5-ae95-26a7b51156ea" providerId="AD" clId="Web-{E1D715B3-AE15-D430-DE7D-CE8ACB2A191D}" dt="2024-05-31T16:11:04.593" v="275"/>
          <ac:spMkLst>
            <pc:docMk/>
            <pc:sldMk cId="3118587994" sldId="265"/>
            <ac:spMk id="2" creationId="{357A203A-331A-2012-0C37-F963A799E8EC}"/>
          </ac:spMkLst>
        </pc:spChg>
        <pc:spChg chg="mod">
          <ac:chgData name="Zaid Eltabatebi" userId="S::2110012@std.aum.edu.jo::c9948272-14aa-40e5-ae95-26a7b51156ea" providerId="AD" clId="Web-{E1D715B3-AE15-D430-DE7D-CE8ACB2A191D}" dt="2024-05-31T16:11:17.781" v="283" actId="20577"/>
          <ac:spMkLst>
            <pc:docMk/>
            <pc:sldMk cId="3118587994" sldId="265"/>
            <ac:spMk id="3" creationId="{0A13EF1F-0A47-DCE8-3948-FBD8860C7E92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11:04.593" v="275"/>
          <ac:spMkLst>
            <pc:docMk/>
            <pc:sldMk cId="3118587994" sldId="265"/>
            <ac:spMk id="10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11:04.593" v="275"/>
          <ac:spMkLst>
            <pc:docMk/>
            <pc:sldMk cId="3118587994" sldId="265"/>
            <ac:spMk id="12" creationId="{FB1CD9BE-93F1-ED44-946B-8354D74B0B9F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11:04.593" v="275"/>
          <ac:spMkLst>
            <pc:docMk/>
            <pc:sldMk cId="3118587994" sldId="265"/>
            <ac:spMk id="14" creationId="{882E6E09-FCB0-5F41-8BAE-C0581D54B5FD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11:04.593" v="275"/>
          <ac:spMkLst>
            <pc:docMk/>
            <pc:sldMk cId="3118587994" sldId="265"/>
            <ac:spMk id="16" creationId="{D269DB01-9C3C-7841-B8E8-6FDFEF70CB7D}"/>
          </ac:spMkLst>
        </pc:spChg>
        <pc:picChg chg="add mod">
          <ac:chgData name="Zaid Eltabatebi" userId="S::2110012@std.aum.edu.jo::c9948272-14aa-40e5-ae95-26a7b51156ea" providerId="AD" clId="Web-{E1D715B3-AE15-D430-DE7D-CE8ACB2A191D}" dt="2024-05-31T16:11:04.593" v="275"/>
          <ac:picMkLst>
            <pc:docMk/>
            <pc:sldMk cId="3118587994" sldId="265"/>
            <ac:picMk id="4" creationId="{A66E9623-605A-D981-5F02-D0A46D6BC25D}"/>
          </ac:picMkLst>
        </pc:picChg>
        <pc:picChg chg="add mod">
          <ac:chgData name="Zaid Eltabatebi" userId="S::2110012@std.aum.edu.jo::c9948272-14aa-40e5-ae95-26a7b51156ea" providerId="AD" clId="Web-{E1D715B3-AE15-D430-DE7D-CE8ACB2A191D}" dt="2024-05-31T16:12:14.830" v="286"/>
          <ac:picMkLst>
            <pc:docMk/>
            <pc:sldMk cId="3118587994" sldId="265"/>
            <ac:picMk id="5" creationId="{3768BC48-73AB-3B3A-0FDB-0FE25AA967C0}"/>
          </ac:picMkLst>
        </pc:picChg>
      </pc:sldChg>
      <pc:sldChg chg="addSp modSp new mod setBg">
        <pc:chgData name="Zaid Eltabatebi" userId="S::2110012@std.aum.edu.jo::c9948272-14aa-40e5-ae95-26a7b51156ea" providerId="AD" clId="Web-{E1D715B3-AE15-D430-DE7D-CE8ACB2A191D}" dt="2024-05-31T16:13:18.520" v="295" actId="20577"/>
        <pc:sldMkLst>
          <pc:docMk/>
          <pc:sldMk cId="2154581912" sldId="266"/>
        </pc:sldMkLst>
        <pc:spChg chg="mod">
          <ac:chgData name="Zaid Eltabatebi" userId="S::2110012@std.aum.edu.jo::c9948272-14aa-40e5-ae95-26a7b51156ea" providerId="AD" clId="Web-{E1D715B3-AE15-D430-DE7D-CE8ACB2A191D}" dt="2024-05-31T16:13:07.504" v="292"/>
          <ac:spMkLst>
            <pc:docMk/>
            <pc:sldMk cId="2154581912" sldId="266"/>
            <ac:spMk id="2" creationId="{6F3DCD2B-F3FB-4646-A4B4-795BD53229A2}"/>
          </ac:spMkLst>
        </pc:spChg>
        <pc:spChg chg="mod">
          <ac:chgData name="Zaid Eltabatebi" userId="S::2110012@std.aum.edu.jo::c9948272-14aa-40e5-ae95-26a7b51156ea" providerId="AD" clId="Web-{E1D715B3-AE15-D430-DE7D-CE8ACB2A191D}" dt="2024-05-31T16:13:18.520" v="295" actId="20577"/>
          <ac:spMkLst>
            <pc:docMk/>
            <pc:sldMk cId="2154581912" sldId="266"/>
            <ac:spMk id="3" creationId="{F81084A7-D102-2E40-A095-BA88E17A4944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13:07.504" v="292"/>
          <ac:spMkLst>
            <pc:docMk/>
            <pc:sldMk cId="2154581912" sldId="266"/>
            <ac:spMk id="9" creationId="{579E3846-8D0B-B14A-817A-7FAC9DDAB4D8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13:07.504" v="292"/>
          <ac:spMkLst>
            <pc:docMk/>
            <pc:sldMk cId="2154581912" sldId="266"/>
            <ac:spMk id="11" creationId="{012D3DE8-D97E-7C4A-A951-51BC92671392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13:07.504" v="292"/>
          <ac:spMkLst>
            <pc:docMk/>
            <pc:sldMk cId="2154581912" sldId="266"/>
            <ac:spMk id="13" creationId="{F9A7C64A-7759-E942-8BF4-90D754872284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13:07.504" v="292"/>
          <ac:spMkLst>
            <pc:docMk/>
            <pc:sldMk cId="2154581912" sldId="266"/>
            <ac:spMk id="15" creationId="{6E8F4613-F584-E34B-9CDA-FF05A0B4C65F}"/>
          </ac:spMkLst>
        </pc:spChg>
        <pc:spChg chg="add">
          <ac:chgData name="Zaid Eltabatebi" userId="S::2110012@std.aum.edu.jo::c9948272-14aa-40e5-ae95-26a7b51156ea" providerId="AD" clId="Web-{E1D715B3-AE15-D430-DE7D-CE8ACB2A191D}" dt="2024-05-31T16:13:07.504" v="292"/>
          <ac:spMkLst>
            <pc:docMk/>
            <pc:sldMk cId="2154581912" sldId="266"/>
            <ac:spMk id="17" creationId="{AC276E95-1B84-914C-B0C5-9FA065619733}"/>
          </ac:spMkLst>
        </pc:spChg>
        <pc:picChg chg="add">
          <ac:chgData name="Zaid Eltabatebi" userId="S::2110012@std.aum.edu.jo::c9948272-14aa-40e5-ae95-26a7b51156ea" providerId="AD" clId="Web-{E1D715B3-AE15-D430-DE7D-CE8ACB2A191D}" dt="2024-05-31T16:13:07.504" v="292"/>
          <ac:picMkLst>
            <pc:docMk/>
            <pc:sldMk cId="2154581912" sldId="266"/>
            <ac:picMk id="5" creationId="{DE529C15-EF6D-8109-AB1C-51D33F95D006}"/>
          </ac:picMkLst>
        </pc:picChg>
      </pc:sldChg>
      <pc:sldChg chg="new del">
        <pc:chgData name="Zaid Eltabatebi" userId="S::2110012@std.aum.edu.jo::c9948272-14aa-40e5-ae95-26a7b51156ea" providerId="AD" clId="Web-{E1D715B3-AE15-D430-DE7D-CE8ACB2A191D}" dt="2024-05-31T16:17:06.842" v="302"/>
        <pc:sldMkLst>
          <pc:docMk/>
          <pc:sldMk cId="2189780996" sldId="267"/>
        </pc:sldMkLst>
      </pc:sldChg>
      <pc:sldChg chg="new del">
        <pc:chgData name="Zaid Eltabatebi" userId="S::2110012@std.aum.edu.jo::c9948272-14aa-40e5-ae95-26a7b51156ea" providerId="AD" clId="Web-{E1D715B3-AE15-D430-DE7D-CE8ACB2A191D}" dt="2024-05-31T16:20:05.568" v="304"/>
        <pc:sldMkLst>
          <pc:docMk/>
          <pc:sldMk cId="2339038844" sldId="267"/>
        </pc:sldMkLst>
      </pc:sldChg>
      <pc:sldMasterChg chg="del delSldLayout">
        <pc:chgData name="Zaid Eltabatebi" userId="S::2110012@std.aum.edu.jo::c9948272-14aa-40e5-ae95-26a7b51156ea" providerId="AD" clId="Web-{E1D715B3-AE15-D430-DE7D-CE8ACB2A191D}" dt="2024-05-31T15:48:21.615" v="20"/>
        <pc:sldMasterMkLst>
          <pc:docMk/>
          <pc:sldMasterMk cId="2460954070" sldId="2147483660"/>
        </pc:sldMasterMkLst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Zaid Eltabatebi" userId="S::2110012@std.aum.edu.jo::c9948272-14aa-40e5-ae95-26a7b51156ea" providerId="AD" clId="Web-{E1D715B3-AE15-D430-DE7D-CE8ACB2A191D}" dt="2024-05-31T15:48:21.615" v="20"/>
        <pc:sldMasterMkLst>
          <pc:docMk/>
          <pc:sldMasterMk cId="2700835977" sldId="2147483711"/>
        </pc:sldMasterMkLst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1106101673" sldId="2147483700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4236996824" sldId="2147483701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3943911050" sldId="2147483702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155768822" sldId="2147483703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4194314492" sldId="2147483704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1795190216" sldId="2147483705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1038765973" sldId="2147483706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1728719277" sldId="2147483707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4139683621" sldId="2147483708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3312566851" sldId="2147483709"/>
          </pc:sldLayoutMkLst>
        </pc:sldLayoutChg>
        <pc:sldLayoutChg chg="add">
          <pc:chgData name="Zaid Eltabatebi" userId="S::2110012@std.aum.edu.jo::c9948272-14aa-40e5-ae95-26a7b51156ea" providerId="AD" clId="Web-{E1D715B3-AE15-D430-DE7D-CE8ACB2A191D}" dt="2024-05-31T15:48:21.615" v="20"/>
          <pc:sldLayoutMkLst>
            <pc:docMk/>
            <pc:sldMasterMk cId="2700835977" sldId="2147483711"/>
            <pc:sldLayoutMk cId="4219856923" sldId="2147483710"/>
          </pc:sldLayoutMkLst>
        </pc:sldLayoutChg>
      </pc:sldMasterChg>
    </pc:docChg>
  </pc:docChgLst>
  <pc:docChgLst>
    <pc:chgData name="Zaid Eltabatebi" userId="c9948272-14aa-40e5-ae95-26a7b51156ea" providerId="ADAL" clId="{396AEC68-79C9-EA4B-B096-B39269E1CD8D}"/>
    <pc:docChg chg="custSel addSld delSld modSld">
      <pc:chgData name="Zaid Eltabatebi" userId="c9948272-14aa-40e5-ae95-26a7b51156ea" providerId="ADAL" clId="{396AEC68-79C9-EA4B-B096-B39269E1CD8D}" dt="2024-05-31T16:31:52.749" v="8"/>
      <pc:docMkLst>
        <pc:docMk/>
      </pc:docMkLst>
      <pc:sldChg chg="modSp mod">
        <pc:chgData name="Zaid Eltabatebi" userId="c9948272-14aa-40e5-ae95-26a7b51156ea" providerId="ADAL" clId="{396AEC68-79C9-EA4B-B096-B39269E1CD8D}" dt="2024-05-31T16:31:52.749" v="8"/>
        <pc:sldMkLst>
          <pc:docMk/>
          <pc:sldMk cId="109857222" sldId="256"/>
        </pc:sldMkLst>
        <pc:spChg chg="mod">
          <ac:chgData name="Zaid Eltabatebi" userId="c9948272-14aa-40e5-ae95-26a7b51156ea" providerId="ADAL" clId="{396AEC68-79C9-EA4B-B096-B39269E1CD8D}" dt="2024-05-31T16:31:52.749" v="8"/>
          <ac:spMkLst>
            <pc:docMk/>
            <pc:sldMk cId="109857222" sldId="256"/>
            <ac:spMk id="3" creationId="{00000000-0000-0000-0000-000000000000}"/>
          </ac:spMkLst>
        </pc:spChg>
      </pc:sldChg>
      <pc:sldChg chg="new del">
        <pc:chgData name="Zaid Eltabatebi" userId="c9948272-14aa-40e5-ae95-26a7b51156ea" providerId="ADAL" clId="{396AEC68-79C9-EA4B-B096-B39269E1CD8D}" dt="2024-05-31T16:31:34.723" v="1" actId="2696"/>
        <pc:sldMkLst>
          <pc:docMk/>
          <pc:sldMk cId="275569968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5/31/24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0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96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1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1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9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6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19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83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6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5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5/31/24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3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exponentis.es/instalacion-paso-a-paso-de-spark-en-linux-y-un-ejemplo-de-uso-de-pyspark" TargetMode="External"/><Relationship Id="rId7" Type="http://schemas.openxmlformats.org/officeDocument/2006/relationships/hyperlink" Target="https://www.anupamanatarajan.com/2016/12/apache-hadoop-ecosystem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www.pressmyweb.com/webmarketing/webmarketing-e-marketing-communication/strategie-e-marketing/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7105" y="1625608"/>
            <a:ext cx="3377643" cy="2722164"/>
          </a:xfrm>
        </p:spPr>
        <p:txBody>
          <a:bodyPr>
            <a:normAutofit/>
          </a:bodyPr>
          <a:lstStyle/>
          <a:p>
            <a:r>
              <a:rPr lang="en-US" sz="6000"/>
              <a:t>Big Data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7105" y="4466845"/>
            <a:ext cx="3377643" cy="882904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/>
                <a:cs typeface="Times New Roman"/>
              </a:rPr>
              <a:t>Hadoop </a:t>
            </a:r>
            <a:r>
              <a:rPr lang="en-US" dirty="0"/>
              <a:t>&amp; </a:t>
            </a:r>
            <a:r>
              <a:rPr lang="en-US" dirty="0">
                <a:latin typeface="Aptos"/>
                <a:cs typeface="Times New Roman"/>
              </a:rPr>
              <a:t>Spark</a:t>
            </a:r>
          </a:p>
          <a:p>
            <a:pPr>
              <a:lnSpc>
                <a:spcPct val="90000"/>
              </a:lnSpc>
            </a:pPr>
            <a:r>
              <a:rPr lang="en-US" b="0" i="0" dirty="0">
                <a:effectLst/>
                <a:latin typeface="gg sans"/>
              </a:rPr>
              <a:t>Hisham </a:t>
            </a:r>
            <a:r>
              <a:rPr lang="en-US" b="0" i="0" dirty="0" err="1">
                <a:effectLst/>
                <a:latin typeface="gg sans"/>
              </a:rPr>
              <a:t>AlQanneh</a:t>
            </a:r>
            <a:r>
              <a:rPr lang="en-US" b="0" i="0" dirty="0">
                <a:effectLst/>
                <a:latin typeface="gg sans"/>
              </a:rPr>
              <a:t> – 2110017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ptos"/>
                <a:cs typeface="Times New Roman"/>
              </a:rPr>
              <a:t>Zaid jehad </a:t>
            </a:r>
            <a:r>
              <a:rPr lang="en-US" dirty="0" err="1">
                <a:latin typeface="Aptos"/>
                <a:cs typeface="Times New Roman"/>
              </a:rPr>
              <a:t>Tabatebi</a:t>
            </a:r>
            <a:r>
              <a:rPr lang="en-US">
                <a:latin typeface="Aptos"/>
                <a:cs typeface="Times New Roman"/>
              </a:rPr>
              <a:t> -2110012</a:t>
            </a:r>
            <a:endParaRPr lang="en-US" dirty="0">
              <a:latin typeface="Aptos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17" name="Picture 16" descr="A black background with white text and orange star&#10;&#10;Description automatically generated">
            <a:extLst>
              <a:ext uri="{FF2B5EF4-FFF2-40B4-BE49-F238E27FC236}">
                <a16:creationId xmlns:a16="http://schemas.microsoft.com/office/drawing/2014/main" id="{0FFE9219-5188-AF58-005F-8B07BB9E0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21384" y="3818187"/>
            <a:ext cx="2496949" cy="1602373"/>
          </a:xfrm>
          <a:prstGeom prst="rect">
            <a:avLst/>
          </a:prstGeom>
        </p:spPr>
      </p:pic>
      <p:pic>
        <p:nvPicPr>
          <p:cNvPr id="5" name="Picture 4" descr="A close-up of words&#10;&#10;Description automatically generated">
            <a:extLst>
              <a:ext uri="{FF2B5EF4-FFF2-40B4-BE49-F238E27FC236}">
                <a16:creationId xmlns:a16="http://schemas.microsoft.com/office/drawing/2014/main" id="{0BE8D6DE-685C-E5F5-1CD0-3F9E0F6D7D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3017" r="10782"/>
          <a:stretch/>
        </p:blipFill>
        <p:spPr>
          <a:xfrm>
            <a:off x="4698344" y="1632820"/>
            <a:ext cx="3916747" cy="3855015"/>
          </a:xfrm>
          <a:prstGeom prst="rect">
            <a:avLst/>
          </a:prstGeom>
        </p:spPr>
      </p:pic>
      <p:pic>
        <p:nvPicPr>
          <p:cNvPr id="14" name="Picture 13" descr="A yellow elephant with blue text&#10;&#10;Description automatically generated">
            <a:extLst>
              <a:ext uri="{FF2B5EF4-FFF2-40B4-BE49-F238E27FC236}">
                <a16:creationId xmlns:a16="http://schemas.microsoft.com/office/drawing/2014/main" id="{D9F95F55-A603-7B5C-9807-577B9F8767F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t="395" b="5692"/>
          <a:stretch/>
        </p:blipFill>
        <p:spPr>
          <a:xfrm>
            <a:off x="8721382" y="1886882"/>
            <a:ext cx="2496949" cy="1228800"/>
          </a:xfrm>
          <a:prstGeom prst="rect">
            <a:avLst/>
          </a:prstGeom>
        </p:spPr>
      </p:pic>
      <p:sp>
        <p:nvSpPr>
          <p:cNvPr id="33" name="Cross 32">
            <a:extLst>
              <a:ext uri="{FF2B5EF4-FFF2-40B4-BE49-F238E27FC236}">
                <a16:creationId xmlns:a16="http://schemas.microsoft.com/office/drawing/2014/main" id="{8FF2C30B-C8A1-7E4F-9E2A-C1B204E51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4749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E50E7BE-734F-224D-B03E-074DE1D1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6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2FBDB-7EF2-AA2E-6CB8-4AD78E4EC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4114799" cy="1446550"/>
          </a:xfrm>
        </p:spPr>
        <p:txBody>
          <a:bodyPr>
            <a:normAutofit/>
          </a:bodyPr>
          <a:lstStyle/>
          <a:p>
            <a:r>
              <a:rPr lang="en-US">
                <a:latin typeface="ui-sans-serif"/>
              </a:rPr>
              <a:t>Introduction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9E102-D9B5-F5AB-5889-4B1DD2B6D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4114799" cy="318858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>
                <a:latin typeface="Tenorite"/>
              </a:rPr>
              <a:t>Efficient data management is crucial in healthcare for quality patient care.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>
              <a:latin typeface="Tenorite"/>
            </a:endParaRPr>
          </a:p>
          <a:p>
            <a:pPr>
              <a:lnSpc>
                <a:spcPct val="90000"/>
              </a:lnSpc>
            </a:pPr>
            <a:r>
              <a:rPr lang="en-US" sz="1500">
                <a:latin typeface="Tenorite"/>
              </a:rPr>
              <a:t>Hospitals generate vast amounts of data daily.</a:t>
            </a:r>
            <a:endParaRPr lang="en-US" sz="1500"/>
          </a:p>
          <a:p>
            <a:pPr marL="0" indent="0">
              <a:lnSpc>
                <a:spcPct val="90000"/>
              </a:lnSpc>
              <a:buNone/>
            </a:pPr>
            <a:endParaRPr lang="en-US" sz="1500">
              <a:latin typeface="Tenorite"/>
            </a:endParaRPr>
          </a:p>
          <a:p>
            <a:pPr>
              <a:lnSpc>
                <a:spcPct val="90000"/>
              </a:lnSpc>
            </a:pPr>
            <a:r>
              <a:rPr lang="en-US" sz="1500">
                <a:latin typeface="Tenorite"/>
              </a:rPr>
              <a:t>Apache Hive, Hadoop, and Google Cloud </a:t>
            </a:r>
            <a:r>
              <a:rPr lang="en-US" sz="1500" err="1">
                <a:latin typeface="Tenorite"/>
              </a:rPr>
              <a:t>Dataproc</a:t>
            </a:r>
            <a:r>
              <a:rPr lang="en-US" sz="1500">
                <a:latin typeface="Tenorite"/>
              </a:rPr>
              <a:t> provide robust solutions for managing and processing this data.</a:t>
            </a:r>
            <a:endParaRPr lang="en-US" sz="1500"/>
          </a:p>
          <a:p>
            <a:pPr marL="0" indent="0">
              <a:lnSpc>
                <a:spcPct val="90000"/>
              </a:lnSpc>
              <a:buNone/>
            </a:pPr>
            <a:br>
              <a:rPr lang="en-US" sz="1500"/>
            </a:br>
            <a:endParaRPr lang="en-US" sz="1500"/>
          </a:p>
        </p:txBody>
      </p:sp>
      <p:pic>
        <p:nvPicPr>
          <p:cNvPr id="18" name="Graphic 17" descr="Database">
            <a:extLst>
              <a:ext uri="{FF2B5EF4-FFF2-40B4-BE49-F238E27FC236}">
                <a16:creationId xmlns:a16="http://schemas.microsoft.com/office/drawing/2014/main" id="{AF3BE869-1857-7E3A-F22F-F6FFAAB7C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8906" y="1497220"/>
            <a:ext cx="4127230" cy="412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5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AEBF1-359E-9C68-A7AA-37675502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192" y="1204721"/>
            <a:ext cx="4133647" cy="1446550"/>
          </a:xfrm>
        </p:spPr>
        <p:txBody>
          <a:bodyPr>
            <a:normAutofit/>
          </a:bodyPr>
          <a:lstStyle/>
          <a:p>
            <a:r>
              <a:rPr lang="en-US" dirty="0">
                <a:latin typeface="Seaford Display"/>
              </a:rPr>
              <a:t>Abstract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A3B29-D38A-EF78-097E-7D61E46ED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193" y="2691638"/>
            <a:ext cx="4133647" cy="318858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latin typeface="Tenorite"/>
              </a:rPr>
              <a:t>Implemented a hospital database using Apache Hive.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enorite"/>
              </a:rPr>
              <a:t>Supported by Hadoop for distributed data processing.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>
                <a:latin typeface="Tenorite"/>
              </a:rPr>
              <a:t>Managed with Google Cloud Dataproc for scalability and ease of use.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latin typeface="Tenorite"/>
              </a:rPr>
              <a:t>Includes staff, doctors, nurses, departments, rooms, patients, medical records, and billing information.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endParaRPr lang="en-US" sz="170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23EC2D3C-E44C-B06D-6619-A9FECC1221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53" r="6750" b="4"/>
          <a:stretch/>
        </p:blipFill>
        <p:spPr>
          <a:xfrm>
            <a:off x="20" y="10"/>
            <a:ext cx="6967738" cy="6857990"/>
          </a:xfrm>
          <a:prstGeom prst="rect">
            <a:avLst/>
          </a:prstGeom>
        </p:spPr>
      </p:pic>
      <p:sp>
        <p:nvSpPr>
          <p:cNvPr id="11" name="Cross 10">
            <a:extLst>
              <a:ext uri="{FF2B5EF4-FFF2-40B4-BE49-F238E27FC236}">
                <a16:creationId xmlns:a16="http://schemas.microsoft.com/office/drawing/2014/main" id="{A12C7CBA-A034-9548-BC45-D37C25C00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032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9ED22-D9F5-F848-A98A-7181D4EE7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30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4B1CC-7F81-512E-3093-133EC8384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3609983" cy="1446550"/>
          </a:xfrm>
        </p:spPr>
        <p:txBody>
          <a:bodyPr>
            <a:normAutofit/>
          </a:bodyPr>
          <a:lstStyle/>
          <a:p>
            <a:r>
              <a:rPr lang="en-US">
                <a:latin typeface="ui-sans-serif"/>
              </a:rPr>
              <a:t>Environment Setup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0111-1737-1216-0BD8-425FF7B36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71318"/>
            <a:ext cx="5682623" cy="349338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>
                <a:latin typeface="ui-sans-serif"/>
              </a:rPr>
              <a:t>1- Prerequisites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>
                <a:latin typeface="ui-sans-serif"/>
              </a:rPr>
              <a:t>Apache Hive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>
                <a:latin typeface="ui-sans-serif"/>
              </a:rPr>
              <a:t>Hadoop cluster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>
                <a:latin typeface="ui-sans-serif"/>
              </a:rPr>
              <a:t>Google Cloud </a:t>
            </a:r>
            <a:r>
              <a:rPr lang="en-US" sz="1800" dirty="0" err="1">
                <a:latin typeface="ui-sans-serif"/>
              </a:rPr>
              <a:t>Dataproc</a:t>
            </a:r>
            <a:endParaRPr lang="en-US" sz="1800" dirty="0" err="1"/>
          </a:p>
          <a:p>
            <a:pPr marL="0" indent="0">
              <a:lnSpc>
                <a:spcPct val="90000"/>
              </a:lnSpc>
              <a:buNone/>
            </a:pPr>
            <a:endParaRPr lang="en-US" sz="1800" dirty="0">
              <a:latin typeface="ui-sans-serif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>
                <a:latin typeface="ui-sans-serif"/>
              </a:rPr>
              <a:t>2-Setup Steps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>
                <a:latin typeface="ui-sans-serif"/>
              </a:rPr>
              <a:t>Initialize Hadoop cluster using </a:t>
            </a:r>
            <a:r>
              <a:rPr lang="en-US" sz="1800" dirty="0" err="1">
                <a:latin typeface="ui-sans-serif"/>
              </a:rPr>
              <a:t>Dataproc</a:t>
            </a:r>
            <a:r>
              <a:rPr lang="en-US" sz="1800" dirty="0">
                <a:latin typeface="ui-sans-serif"/>
              </a:rPr>
              <a:t>.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>
                <a:latin typeface="ui-sans-serif"/>
              </a:rPr>
              <a:t>Configure Hive to use the Hadoop cluster.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>
                <a:latin typeface="ui-sans-serif"/>
              </a:rPr>
              <a:t>Verify environment with sample queries.</a:t>
            </a: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endParaRPr lang="en-US" sz="1800"/>
          </a:p>
        </p:txBody>
      </p:sp>
      <p:pic>
        <p:nvPicPr>
          <p:cNvPr id="42" name="Graphic 41" descr="Database">
            <a:extLst>
              <a:ext uri="{FF2B5EF4-FFF2-40B4-BE49-F238E27FC236}">
                <a16:creationId xmlns:a16="http://schemas.microsoft.com/office/drawing/2014/main" id="{04FE6019-4DD4-3E44-B0A4-9515F6BC6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5395" y="1497220"/>
            <a:ext cx="4127230" cy="4127230"/>
          </a:xfrm>
          <a:prstGeom prst="rect">
            <a:avLst/>
          </a:prstGeom>
        </p:spPr>
      </p:pic>
      <p:sp>
        <p:nvSpPr>
          <p:cNvPr id="43" name="Cross 42">
            <a:extLst>
              <a:ext uri="{FF2B5EF4-FFF2-40B4-BE49-F238E27FC236}">
                <a16:creationId xmlns:a16="http://schemas.microsoft.com/office/drawing/2014/main" id="{BE50E7BE-734F-224D-B03E-074DE1D1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6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6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26683-7155-854F-DFC7-EBBB788B9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Database and Table Creation</a:t>
            </a:r>
          </a:p>
          <a:p>
            <a:endParaRPr lang="en-US" dirty="0">
              <a:ea typeface="+mj-lt"/>
              <a:cs typeface="+mj-lt"/>
            </a:endParaRPr>
          </a:p>
          <a:p>
            <a:endParaRPr lang="en-US" dirty="0"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B2205-1864-6DF7-7DA0-2FBEF4259001}"/>
              </a:ext>
            </a:extLst>
          </p:cNvPr>
          <p:cNvSpPr>
            <a:spLocks/>
          </p:cNvSpPr>
          <p:nvPr/>
        </p:nvSpPr>
        <p:spPr>
          <a:xfrm>
            <a:off x="1759241" y="2692400"/>
            <a:ext cx="8264999" cy="3187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05256">
              <a:spcAft>
                <a:spcPts val="600"/>
              </a:spcAft>
            </a:pPr>
            <a:r>
              <a:rPr lang="en-US" sz="2800" kern="1200" dirty="0">
                <a:solidFill>
                  <a:srgbClr val="000000"/>
                </a:solidFill>
                <a:latin typeface="Tenorite"/>
                <a:ea typeface="+mn-ea"/>
                <a:cs typeface="+mn-cs"/>
              </a:rPr>
              <a:t>Database Creation</a:t>
            </a:r>
            <a:endParaRPr lang="en-US" sz="2800" dirty="0">
              <a:solidFill>
                <a:srgbClr val="000000"/>
              </a:solidFill>
              <a:latin typeface="Tenorit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7EA61-E7C4-8C21-200E-7D759CD23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286" y="4131614"/>
            <a:ext cx="5446786" cy="43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5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BE50E7BE-734F-224D-B03E-074DE1D1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6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E2AD2-A296-29E0-31F6-C38B9177D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4114799" cy="1446550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Database and Table Creation</a:t>
            </a:r>
          </a:p>
          <a:p>
            <a:endParaRPr lang="en-US" dirty="0"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0DC6E-F8AD-1046-3D61-FB43E50AC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4114799" cy="31885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>
                <a:latin typeface="ui-sans-serif"/>
              </a:rPr>
              <a:t>Table Creation Examples</a:t>
            </a:r>
          </a:p>
          <a:p>
            <a:endParaRPr lang="en-US" b="1">
              <a:latin typeface="ui-sans-serif"/>
            </a:endParaRP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7C8BDE72-5A5A-A015-7B4D-0685A138D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299" y="1497220"/>
            <a:ext cx="5634443" cy="412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8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11F32-4970-9344-8DCB-74356B312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3519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16FF562B-6BB4-A942-A885-340D8F0E4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E14E5-3B1A-53EB-19A0-084465C0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4114800" cy="4675503"/>
          </a:xfrm>
        </p:spPr>
        <p:txBody>
          <a:bodyPr>
            <a:normAutofit/>
          </a:bodyPr>
          <a:lstStyle/>
          <a:p>
            <a:r>
              <a:rPr lang="en-US" dirty="0">
                <a:latin typeface="Seaford Display"/>
              </a:rPr>
              <a:t>Table Creation (continued)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05CA-2DF4-56ED-BF82-DCF06594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335" y="1628394"/>
            <a:ext cx="5484998" cy="468642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Created tables for:</a:t>
            </a:r>
          </a:p>
          <a:p>
            <a:r>
              <a:rPr lang="en-US" dirty="0"/>
              <a:t>Staff</a:t>
            </a:r>
          </a:p>
          <a:p>
            <a:r>
              <a:rPr lang="en-US" dirty="0"/>
              <a:t>Doctor</a:t>
            </a:r>
          </a:p>
          <a:p>
            <a:r>
              <a:rPr lang="en-US" dirty="0"/>
              <a:t>Nurse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Room</a:t>
            </a:r>
          </a:p>
          <a:p>
            <a:r>
              <a:rPr lang="en-US" dirty="0"/>
              <a:t>Patient</a:t>
            </a:r>
          </a:p>
          <a:p>
            <a:r>
              <a:rPr lang="en-US" dirty="0"/>
              <a:t>Medical Record</a:t>
            </a:r>
          </a:p>
          <a:p>
            <a:r>
              <a:rPr lang="en-US" dirty="0"/>
              <a:t>Bill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345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BE50E7BE-734F-224D-B03E-074DE1D1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6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0E21D-AB07-3EF1-A5B3-24CE7533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4114799" cy="1446550"/>
          </a:xfrm>
        </p:spPr>
        <p:txBody>
          <a:bodyPr>
            <a:normAutofit/>
          </a:bodyPr>
          <a:lstStyle/>
          <a:p>
            <a:r>
              <a:rPr lang="en-US" dirty="0">
                <a:latin typeface="Seaford Display"/>
              </a:rPr>
              <a:t>Data Insertion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2BDF-70FD-9FD7-653F-A7080A6F7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4114799" cy="31885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Tenorite"/>
              </a:rPr>
              <a:t>Data Insertion</a:t>
            </a:r>
          </a:p>
          <a:p>
            <a:endParaRPr lang="en-US" dirty="0"/>
          </a:p>
        </p:txBody>
      </p:sp>
      <p:pic>
        <p:nvPicPr>
          <p:cNvPr id="5" name="Picture 4" descr="A computer screen with numbers and text&#10;&#10;Description automatically generated">
            <a:extLst>
              <a:ext uri="{FF2B5EF4-FFF2-40B4-BE49-F238E27FC236}">
                <a16:creationId xmlns:a16="http://schemas.microsoft.com/office/drawing/2014/main" id="{8B3DCD9D-3E59-BF9F-6F2F-F0311A2FB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585" y="1921488"/>
            <a:ext cx="7966824" cy="369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08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A203A-331A-2012-0C37-F963A799E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3198777" cy="4024885"/>
          </a:xfrm>
        </p:spPr>
        <p:txBody>
          <a:bodyPr>
            <a:normAutofit/>
          </a:bodyPr>
          <a:lstStyle/>
          <a:p>
            <a:r>
              <a:rPr lang="en-US" dirty="0"/>
              <a:t>Data Querying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3EF1F-0A47-DCE8-3948-FBD8860C7E92}"/>
              </a:ext>
            </a:extLst>
          </p:cNvPr>
          <p:cNvSpPr>
            <a:spLocks/>
          </p:cNvSpPr>
          <p:nvPr/>
        </p:nvSpPr>
        <p:spPr>
          <a:xfrm>
            <a:off x="4657610" y="2295151"/>
            <a:ext cx="6355119" cy="2451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694944">
              <a:spcAft>
                <a:spcPts val="600"/>
              </a:spcAft>
            </a:pPr>
            <a:r>
              <a:rPr lang="en-US" sz="1368" kern="1200" dirty="0">
                <a:solidFill>
                  <a:srgbClr val="000000"/>
                </a:solidFill>
                <a:latin typeface="Tenorite"/>
                <a:ea typeface="+mn-ea"/>
                <a:cs typeface="+mn-cs"/>
              </a:rPr>
              <a:t>Basic Queries</a:t>
            </a:r>
          </a:p>
          <a:p>
            <a:pPr defTabSz="694944">
              <a:spcAft>
                <a:spcPts val="600"/>
              </a:spcAft>
            </a:pPr>
            <a:endParaRPr lang="en-US" sz="1350" dirty="0">
              <a:solidFill>
                <a:srgbClr val="000000"/>
              </a:solidFill>
              <a:latin typeface="Tenorite"/>
            </a:endParaRPr>
          </a:p>
          <a:p>
            <a:pPr defTabSz="694944">
              <a:spcAft>
                <a:spcPts val="600"/>
              </a:spcAft>
            </a:pPr>
            <a:endParaRPr lang="en-US" sz="1350" dirty="0">
              <a:solidFill>
                <a:srgbClr val="000000"/>
              </a:solidFill>
              <a:latin typeface="Tenorite"/>
            </a:endParaRPr>
          </a:p>
          <a:p>
            <a:pPr defTabSz="694944">
              <a:spcAft>
                <a:spcPts val="600"/>
              </a:spcAft>
            </a:pPr>
            <a:endParaRPr lang="en-US" sz="1350" dirty="0">
              <a:solidFill>
                <a:srgbClr val="000000"/>
              </a:solidFill>
              <a:latin typeface="Tenorite"/>
            </a:endParaRPr>
          </a:p>
          <a:p>
            <a:pPr defTabSz="694944"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enorite"/>
              </a:rPr>
              <a:t>Join Queries</a:t>
            </a:r>
          </a:p>
          <a:p>
            <a:pPr defTabSz="694944">
              <a:spcAft>
                <a:spcPts val="600"/>
              </a:spcAft>
            </a:pPr>
            <a:endParaRPr lang="en-U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E9623-605A-D981-5F02-D0A46D6BC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428" y="2958094"/>
            <a:ext cx="4686031" cy="244396"/>
          </a:xfrm>
          <a:prstGeom prst="rect">
            <a:avLst/>
          </a:prstGeom>
        </p:spPr>
      </p:pic>
      <p:pic>
        <p:nvPicPr>
          <p:cNvPr id="5" name="Picture 4" descr="A black background with white numbers">
            <a:extLst>
              <a:ext uri="{FF2B5EF4-FFF2-40B4-BE49-F238E27FC236}">
                <a16:creationId xmlns:a16="http://schemas.microsoft.com/office/drawing/2014/main" id="{3768BC48-73AB-3B3A-0FDB-0FE25AA96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178" y="3785842"/>
            <a:ext cx="6096000" cy="121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87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DE529C15-EF6D-8109-AB1C-51D33F95D0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91" r="22652" b="-3"/>
          <a:stretch/>
        </p:blipFill>
        <p:spPr>
          <a:xfrm>
            <a:off x="1764" y="10"/>
            <a:ext cx="5222474" cy="6857990"/>
          </a:xfrm>
          <a:prstGeom prst="rect">
            <a:avLst/>
          </a:prstGeom>
        </p:spPr>
      </p:pic>
      <p:sp>
        <p:nvSpPr>
          <p:cNvPr id="11" name="Rectangle">
            <a:extLst>
              <a:ext uri="{FF2B5EF4-FFF2-40B4-BE49-F238E27FC236}">
                <a16:creationId xmlns:a16="http://schemas.microsoft.com/office/drawing/2014/main" id="{012D3DE8-D97E-7C4A-A951-51BC9267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096772"/>
            <a:ext cx="5222474" cy="5761228"/>
          </a:xfrm>
          <a:prstGeom prst="rect">
            <a:avLst/>
          </a:prstGeom>
          <a:gradFill flip="none" rotWithShape="1">
            <a:gsLst>
              <a:gs pos="32000">
                <a:schemeClr val="tx1">
                  <a:alpha val="67000"/>
                </a:schemeClr>
              </a:gs>
              <a:gs pos="0">
                <a:schemeClr val="tx1">
                  <a:alpha val="55000"/>
                </a:schemeClr>
              </a:gs>
              <a:gs pos="99000">
                <a:schemeClr val="tx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DCD2B-F3FB-4646-A4B4-795BD532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553972"/>
            <a:ext cx="4114800" cy="406493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ui-sans-serif"/>
              </a:rPr>
              <a:t>Conclusion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084A7-D102-2E40-A095-BA88E17A4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553972"/>
            <a:ext cx="5530839" cy="43273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dirty="0">
              <a:latin typeface="ui-sans-serif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ui-sans-serif"/>
              </a:rPr>
              <a:t>The hospital database implementation provides a robust foundation for data management.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latin typeface="ui-sans-serif"/>
              </a:rPr>
              <a:t>Effective for small to medium-sized datasets.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latin typeface="ui-sans-serif"/>
              </a:rPr>
              <a:t>Future optimizations needed for scalability and performance.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latin typeface="ui-sans-serif"/>
              </a:rPr>
              <a:t>Apache Hive, Hadoop, and Google Cloud </a:t>
            </a:r>
            <a:r>
              <a:rPr lang="en-US" dirty="0" err="1">
                <a:latin typeface="ui-sans-serif"/>
              </a:rPr>
              <a:t>Dataproc</a:t>
            </a:r>
            <a:r>
              <a:rPr lang="en-US" dirty="0">
                <a:latin typeface="ui-sans-serif"/>
              </a:rPr>
              <a:t> offer a powerful combination for handling complex healthcare data</a:t>
            </a:r>
            <a:endParaRPr lang="en-US" dirty="0"/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F9A7C64A-7759-E942-8BF4-90D754872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2471" y="1096772"/>
            <a:ext cx="492517" cy="5761228"/>
          </a:xfrm>
          <a:prstGeom prst="rect">
            <a:avLst/>
          </a:prstGeom>
          <a:solidFill>
            <a:schemeClr val="bg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6E8F4613-F584-E34B-9CDA-FF05A0B4C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0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76E95-1B84-914C-B0C5-9FA065619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81912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AnalogousFromRegularSeed_2SEEDS">
      <a:dk1>
        <a:srgbClr val="000000"/>
      </a:dk1>
      <a:lt1>
        <a:srgbClr val="FFFFFF"/>
      </a:lt1>
      <a:dk2>
        <a:srgbClr val="213B38"/>
      </a:dk2>
      <a:lt2>
        <a:srgbClr val="E2E8E3"/>
      </a:lt2>
      <a:accent1>
        <a:srgbClr val="B13BA1"/>
      </a:accent1>
      <a:accent2>
        <a:srgbClr val="A24DC3"/>
      </a:accent2>
      <a:accent3>
        <a:srgbClr val="C34D81"/>
      </a:accent3>
      <a:accent4>
        <a:srgbClr val="3BB14A"/>
      </a:accent4>
      <a:accent5>
        <a:srgbClr val="48B684"/>
      </a:accent5>
      <a:accent6>
        <a:srgbClr val="3BB1AD"/>
      </a:accent6>
      <a:hlink>
        <a:srgbClr val="31953F"/>
      </a:hlink>
      <a:folHlink>
        <a:srgbClr val="7F7F7F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224</Words>
  <Application>Microsoft Macintosh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gg sans</vt:lpstr>
      <vt:lpstr>Seaford Display</vt:lpstr>
      <vt:lpstr>System Font Regular</vt:lpstr>
      <vt:lpstr>Tenorite</vt:lpstr>
      <vt:lpstr>Times New Roman</vt:lpstr>
      <vt:lpstr>ui-sans-serif</vt:lpstr>
      <vt:lpstr>MadridVTI</vt:lpstr>
      <vt:lpstr>Big Data </vt:lpstr>
      <vt:lpstr>Introduction </vt:lpstr>
      <vt:lpstr>Abstract </vt:lpstr>
      <vt:lpstr>Environment Setup </vt:lpstr>
      <vt:lpstr>Database and Table Creation   </vt:lpstr>
      <vt:lpstr>Database and Table Creation  </vt:lpstr>
      <vt:lpstr>Table Creation (continued) </vt:lpstr>
      <vt:lpstr>Data Insertion </vt:lpstr>
      <vt:lpstr>Data Querying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zaid60023@gmail.com</cp:lastModifiedBy>
  <cp:revision>163</cp:revision>
  <dcterms:created xsi:type="dcterms:W3CDTF">2024-05-31T15:46:43Z</dcterms:created>
  <dcterms:modified xsi:type="dcterms:W3CDTF">2024-05-31T16:32:00Z</dcterms:modified>
</cp:coreProperties>
</file>